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9875520" cy="6838315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4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7" Type="http://schemas.openxmlformats.org/officeDocument/2006/relationships/customXmlProps" Target="../customXml/itemProps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0" name="Connector 17"/>
          <p:cNvCxnSpPr/>
          <p:nvPr/>
        </p:nvCxnSpPr>
        <p:spPr>
          <a:xfrm>
            <a:off x="1145780" y="2494379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17"/>
          <p:cNvCxnSpPr/>
          <p:nvPr/>
        </p:nvCxnSpPr>
        <p:spPr>
          <a:xfrm>
            <a:off x="1145780" y="2989044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17"/>
          <p:cNvCxnSpPr/>
          <p:nvPr/>
        </p:nvCxnSpPr>
        <p:spPr>
          <a:xfrm>
            <a:off x="1145780" y="3878044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17"/>
          <p:cNvCxnSpPr/>
          <p:nvPr/>
        </p:nvCxnSpPr>
        <p:spPr>
          <a:xfrm>
            <a:off x="1145780" y="4492089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axis-x"/>
          <p:cNvCxnSpPr/>
          <p:nvPr/>
        </p:nvCxnSpPr>
        <p:spPr>
          <a:xfrm>
            <a:off x="1145780" y="5765908"/>
            <a:ext cx="8044987" cy="0"/>
          </a:xfrm>
          <a:prstGeom prst="line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axis-y"/>
          <p:cNvCxnSpPr/>
          <p:nvPr/>
        </p:nvCxnSpPr>
        <p:spPr>
          <a:xfrm flipV="1">
            <a:off x="1145780" y="341912"/>
            <a:ext cx="0" cy="5423996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9709" y="179367"/>
            <a:ext cx="730250" cy="44831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l">
              <a:defRPr sz="3200" b="1" i="0">
                <a:solidFill>
                  <a:srgbClr val="000000"/>
                </a:solidFill>
                <a:latin typeface="Songti SC" panose="02010800040101010101" charset="-122"/>
              </a:defRPr>
            </a:pPr>
            <a:r>
              <a:rPr sz="2800"/>
              <a:t>站点</a:t>
            </a:r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8869324" y="5788470"/>
            <a:ext cx="730250" cy="44831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r">
              <a:defRPr sz="3200" b="1" i="0">
                <a:solidFill>
                  <a:srgbClr val="000000"/>
                </a:solidFill>
                <a:latin typeface="Songti SC" panose="02010800040101010101" charset="-122"/>
              </a:defRPr>
            </a:pPr>
            <a:r>
              <a:rPr sz="2800"/>
              <a:t>时间</a:t>
            </a:r>
            <a:endParaRPr sz="2800"/>
          </a:p>
        </p:txBody>
      </p:sp>
      <p:cxnSp>
        <p:nvCxnSpPr>
          <p:cNvPr id="6" name="Connector 5"/>
          <p:cNvCxnSpPr/>
          <p:nvPr/>
        </p:nvCxnSpPr>
        <p:spPr>
          <a:xfrm>
            <a:off x="1145780" y="5313475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5780" y="1850022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5780" y="1184374"/>
            <a:ext cx="7446943" cy="0"/>
          </a:xfrm>
          <a:prstGeom prst="line">
            <a:avLst/>
          </a:prstGeom>
          <a:ln w="21590">
            <a:solidFill>
              <a:srgbClr val="1781A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71782" y="919154"/>
            <a:ext cx="2527384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48261" y="919154"/>
            <a:ext cx="2454579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07945" y="919154"/>
            <a:ext cx="2355772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500025" y="919154"/>
            <a:ext cx="2225762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446494" y="919154"/>
            <a:ext cx="2319369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460568" y="919154"/>
            <a:ext cx="2340170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500644" y="919154"/>
            <a:ext cx="2184159" cy="4846754"/>
          </a:xfrm>
          <a:prstGeom prst="line">
            <a:avLst/>
          </a:prstGeom>
          <a:ln w="31750">
            <a:solidFill>
              <a:srgbClr val="F8C2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321685" y="945156"/>
            <a:ext cx="499236" cy="4836352"/>
          </a:xfrm>
          <a:prstGeom prst="rect">
            <a:avLst/>
          </a:prstGeom>
          <a:solidFill>
            <a:srgbClr val="FDC9BE"/>
          </a:solidFill>
          <a:ln w="2032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9419" y="1030963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54294" y="1051764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81642" y="1075166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69314" y="1704412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046519" y="1709092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82791" y="1714812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60367" y="2353857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695493" y="2372660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81049" y="2334861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32874" y="2853696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80631" y="2861496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6947" y="2884898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33398" y="3722159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01243" y="3737760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68717" y="3737760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61138" y="4335804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862978" y="4351405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28092" y="4351405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26147" y="5167864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36787" y="5180865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2863" y="5191266"/>
            <a:ext cx="280820" cy="280820"/>
          </a:xfrm>
          <a:prstGeom prst="ellips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638908" y="2848495"/>
            <a:ext cx="280820" cy="280820"/>
          </a:xfrm>
          <a:prstGeom prst="ellipse">
            <a:avLst/>
          </a:prstGeom>
          <a:solidFill>
            <a:srgbClr val="FFF42A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18635" y="3726319"/>
            <a:ext cx="280820" cy="280820"/>
          </a:xfrm>
          <a:prstGeom prst="ellipse">
            <a:avLst/>
          </a:prstGeom>
          <a:solidFill>
            <a:srgbClr val="FFF42A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950460" y="4351405"/>
            <a:ext cx="280820" cy="280820"/>
          </a:xfrm>
          <a:prstGeom prst="ellipse">
            <a:avLst/>
          </a:prstGeom>
          <a:solidFill>
            <a:srgbClr val="FFF42A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38508" y="5191266"/>
            <a:ext cx="280820" cy="280820"/>
          </a:xfrm>
          <a:prstGeom prst="ellipse">
            <a:avLst/>
          </a:prstGeom>
          <a:solidFill>
            <a:srgbClr val="FFF42A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32729" y="4335804"/>
            <a:ext cx="280820" cy="280820"/>
          </a:xfrm>
          <a:prstGeom prst="ellipse">
            <a:avLst/>
          </a:prstGeom>
          <a:solidFill>
            <a:srgbClr val="14B65B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511499" y="5201667"/>
            <a:ext cx="280820" cy="280820"/>
          </a:xfrm>
          <a:prstGeom prst="ellipse">
            <a:avLst/>
          </a:prstGeom>
          <a:solidFill>
            <a:srgbClr val="14B65B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red-arrow-0"/>
          <p:cNvCxnSpPr/>
          <p:nvPr/>
        </p:nvCxnSpPr>
        <p:spPr>
          <a:xfrm>
            <a:off x="5594705" y="1192174"/>
            <a:ext cx="184613" cy="1796731"/>
          </a:xfrm>
          <a:prstGeom prst="line">
            <a:avLst/>
          </a:prstGeom>
          <a:ln w="38100">
            <a:solidFill>
              <a:srgbClr val="E61F2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red-arrow-1"/>
          <p:cNvCxnSpPr/>
          <p:nvPr/>
        </p:nvCxnSpPr>
        <p:spPr>
          <a:xfrm>
            <a:off x="5309724" y="1844822"/>
            <a:ext cx="469594" cy="1144083"/>
          </a:xfrm>
          <a:prstGeom prst="line">
            <a:avLst/>
          </a:prstGeom>
          <a:ln w="38100">
            <a:solidFill>
              <a:srgbClr val="E61F2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d-arrow-2"/>
          <p:cNvCxnSpPr/>
          <p:nvPr/>
        </p:nvCxnSpPr>
        <p:spPr>
          <a:xfrm flipV="1">
            <a:off x="5651909" y="2988905"/>
            <a:ext cx="127409" cy="2353172"/>
          </a:xfrm>
          <a:prstGeom prst="line">
            <a:avLst/>
          </a:prstGeom>
          <a:ln w="38100">
            <a:solidFill>
              <a:srgbClr val="E61F2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22164" y="6379553"/>
            <a:ext cx="280820" cy="280820"/>
          </a:xfrm>
          <a:prstGeom prst="ellipse">
            <a:avLst/>
          </a:prstGeom>
          <a:solidFill>
            <a:srgbClr val="FFF42A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90198" y="6337006"/>
            <a:ext cx="2151380" cy="386715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l">
              <a:defRPr sz="3200" b="0" i="0">
                <a:solidFill>
                  <a:srgbClr val="000000"/>
                </a:solidFill>
                <a:latin typeface="Songti SC" panose="02010800040101010101" charset="-122"/>
              </a:defRPr>
            </a:pPr>
            <a:r>
              <a:rPr sz="2400"/>
              <a:t>智能体自身到站</a:t>
            </a:r>
            <a:endParaRPr sz="2400"/>
          </a:p>
        </p:txBody>
      </p:sp>
      <p:sp>
        <p:nvSpPr>
          <p:cNvPr id="67" name="Oval 66"/>
          <p:cNvSpPr/>
          <p:nvPr/>
        </p:nvSpPr>
        <p:spPr>
          <a:xfrm>
            <a:off x="3979987" y="6379553"/>
            <a:ext cx="280820" cy="280820"/>
          </a:xfrm>
          <a:prstGeom prst="ellipse">
            <a:avLst/>
          </a:prstGeom>
          <a:solidFill>
            <a:srgbClr val="1BB5E6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2420" y="6337006"/>
            <a:ext cx="2151380" cy="386715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l">
              <a:defRPr sz="3200" b="0" i="0">
                <a:solidFill>
                  <a:srgbClr val="000000"/>
                </a:solidFill>
                <a:latin typeface="Songti SC" panose="02010800040101010101" charset="-122"/>
              </a:defRPr>
            </a:pPr>
            <a:r>
              <a:rPr sz="2400"/>
              <a:t>下游智能体到站</a:t>
            </a:r>
            <a:endParaRPr sz="2400"/>
          </a:p>
        </p:txBody>
      </p:sp>
      <p:sp>
        <p:nvSpPr>
          <p:cNvPr id="69" name="Oval 68"/>
          <p:cNvSpPr/>
          <p:nvPr/>
        </p:nvSpPr>
        <p:spPr>
          <a:xfrm>
            <a:off x="7095014" y="6379553"/>
            <a:ext cx="280820" cy="280820"/>
          </a:xfrm>
          <a:prstGeom prst="ellipse">
            <a:avLst/>
          </a:prstGeom>
          <a:solidFill>
            <a:srgbClr val="14B65B"/>
          </a:solidFill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52647" y="6337006"/>
            <a:ext cx="2151380" cy="386715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l">
              <a:defRPr sz="3200" b="0" i="0">
                <a:solidFill>
                  <a:srgbClr val="000000"/>
                </a:solidFill>
                <a:latin typeface="Songti SC" panose="02010800040101010101" charset="-122"/>
              </a:defRPr>
            </a:pPr>
            <a:r>
              <a:rPr sz="2400"/>
              <a:t>上游智能体到站</a:t>
            </a:r>
            <a:endParaRPr sz="2400"/>
          </a:p>
        </p:txBody>
      </p:sp>
      <p:pic>
        <p:nvPicPr>
          <p:cNvPr id="71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4335" y="459105"/>
            <a:ext cx="739775" cy="391795"/>
          </a:xfrm>
          <a:prstGeom prst="rect">
            <a:avLst/>
          </a:prstGeom>
        </p:spPr>
      </p:pic>
      <p:pic>
        <p:nvPicPr>
          <p:cNvPr id="73" name="334E55B0-647D-440b-865C-3EC943EB4CBC-3" descr="/Users/xiaohezhang/Library/Containers/com.kingsoft.wpsoffice.mac/Data/tmp/wpsoffice.xKTNxJ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338" y="459105"/>
            <a:ext cx="293370" cy="391795"/>
          </a:xfrm>
          <a:prstGeom prst="rect">
            <a:avLst/>
          </a:prstGeom>
        </p:spPr>
      </p:pic>
      <p:pic>
        <p:nvPicPr>
          <p:cNvPr id="75" name="334E55B0-647D-440b-865C-3EC943EB4CBC-5" descr="/Users/xiaohezhang/Library/Containers/com.kingsoft.wpsoffice.mac/Data/tmp/wpsoffice.ZHoXac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690" y="459105"/>
            <a:ext cx="632460" cy="364490"/>
          </a:xfrm>
          <a:prstGeom prst="rect">
            <a:avLst/>
          </a:prstGeom>
        </p:spPr>
      </p:pic>
      <p:pic>
        <p:nvPicPr>
          <p:cNvPr id="76" name="334E55B0-647D-440b-865C-3EC943EB4CBC-6" descr="/Users/xiaohezhang/Library/Containers/com.kingsoft.wpsoffice.mac/Data/tmp/wpsoffice.XtNLmV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930" y="459105"/>
            <a:ext cx="739775" cy="385445"/>
          </a:xfrm>
          <a:prstGeom prst="rect">
            <a:avLst/>
          </a:prstGeom>
        </p:spPr>
      </p:pic>
      <p:pic>
        <p:nvPicPr>
          <p:cNvPr id="77" name="334E55B0-647D-440b-865C-3EC943EB4CBC-7" descr="/Users/xiaohezhang/Library/Containers/com.kingsoft.wpsoffice.mac/Data/tmp/wpsoffice.iDBCYT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340" y="459105"/>
            <a:ext cx="739775" cy="385445"/>
          </a:xfrm>
          <a:prstGeom prst="rect">
            <a:avLst/>
          </a:prstGeom>
        </p:spPr>
      </p:pic>
      <p:pic>
        <p:nvPicPr>
          <p:cNvPr id="78" name="334E55B0-647D-440b-865C-3EC943EB4CBC-8" descr="wpsoff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560" y="5909310"/>
            <a:ext cx="1804476" cy="396000"/>
          </a:xfrm>
          <a:prstGeom prst="rect">
            <a:avLst/>
          </a:prstGeom>
        </p:spPr>
      </p:pic>
      <p:pic>
        <p:nvPicPr>
          <p:cNvPr id="79" name="334E55B0-647D-440b-865C-3EC943EB4CBC-9" descr="wpsoffi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0905" y="2757170"/>
            <a:ext cx="840740" cy="408305"/>
          </a:xfrm>
          <a:prstGeom prst="rect">
            <a:avLst/>
          </a:prstGeom>
        </p:spPr>
      </p:pic>
      <p:pic>
        <p:nvPicPr>
          <p:cNvPr id="80" name="334E55B0-647D-440b-865C-3EC943EB4CBC-10" descr="/Users/xiaohezhang/Library/Containers/com.kingsoft.wpsoffice.mac/Data/tmp/wpsoffice.EMKlnywpsoffi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0" y="5088870"/>
            <a:ext cx="467065" cy="365760"/>
          </a:xfrm>
          <a:prstGeom prst="rect">
            <a:avLst/>
          </a:prstGeom>
        </p:spPr>
      </p:pic>
      <p:pic>
        <p:nvPicPr>
          <p:cNvPr id="82" name="334E55B0-647D-440b-865C-3EC943EB4CBC-12" descr="/Users/xiaohezhang/Library/Containers/com.kingsoft.wpsoffice.mac/Data/tmp/wpsoffice.NuamOfwpsoffic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260" y="998835"/>
            <a:ext cx="467065" cy="347980"/>
          </a:xfrm>
          <a:prstGeom prst="rect">
            <a:avLst/>
          </a:prstGeom>
        </p:spPr>
      </p:pic>
      <p:pic>
        <p:nvPicPr>
          <p:cNvPr id="83" name="334E55B0-647D-440b-865C-3EC943EB4CBC-13" descr="/Users/xiaohezhang/Library/Containers/com.kingsoft.wpsoffice.mac/Data/tmp/wpsoffice.sNvjyRwpsoffic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260" y="4297660"/>
            <a:ext cx="467065" cy="354330"/>
          </a:xfrm>
          <a:prstGeom prst="rect">
            <a:avLst/>
          </a:prstGeom>
        </p:spPr>
      </p:pic>
      <p:pic>
        <p:nvPicPr>
          <p:cNvPr id="84" name="334E55B0-647D-440b-865C-3EC943EB4CBC-14" descr="/Users/xiaohezhang/Library/Containers/com.kingsoft.wpsoffice.mac/Data/tmp/wpsoffice.EBaoluwpsoffic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05" y="3648690"/>
            <a:ext cx="460375" cy="354330"/>
          </a:xfrm>
          <a:prstGeom prst="rect">
            <a:avLst/>
          </a:prstGeom>
        </p:spPr>
      </p:pic>
      <p:pic>
        <p:nvPicPr>
          <p:cNvPr id="85" name="334E55B0-647D-440b-865C-3EC943EB4CBC-15" descr="/Users/xiaohezhang/Library/Containers/com.kingsoft.wpsoffice.mac/Data/tmp/wpsoffice.qRlGApwpsoffic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415" y="2854940"/>
            <a:ext cx="460375" cy="341630"/>
          </a:xfrm>
          <a:prstGeom prst="rect">
            <a:avLst/>
          </a:prstGeom>
        </p:spPr>
      </p:pic>
      <p:pic>
        <p:nvPicPr>
          <p:cNvPr id="86" name="334E55B0-647D-440b-865C-3EC943EB4CBC-16" descr="/Users/xiaohezhang/Library/Containers/com.kingsoft.wpsoffice.mac/Data/tmp/wpsoffice.gpnKwMwpsoffic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320" y="2299315"/>
            <a:ext cx="456565" cy="354330"/>
          </a:xfrm>
          <a:prstGeom prst="rect">
            <a:avLst/>
          </a:prstGeom>
        </p:spPr>
      </p:pic>
      <p:pic>
        <p:nvPicPr>
          <p:cNvPr id="87" name="334E55B0-647D-440b-865C-3EC943EB4CBC-17" descr="/Users/xiaohezhang/Library/Containers/com.kingsoft.wpsoffice.mac/Data/tmp/wpsoffice.fYXKacwpsoffic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320" y="1630978"/>
            <a:ext cx="460375" cy="353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Ww5N2FTMHhmU0JjWFE9PSIsCgkiTGF0ZXhJbWdCYXNlNjQiIDogImlWQk9SdzBLR2dvQUFBQU5TVWhFVWdBQUFJZ0FBQUJJQkFNQUFBRGZmS0RWQUFBQU1GQk1WRVgvLy84QUFBQUFBQUFBQUFBQUFBQUFBQUFBQUFBQUFBQUFBQUFBQUFBQUFBQUFBQUFBQUFBQUFBQUFBQUFBQUFBdjNhQjdBQUFBRDNSU1RsTUFFREpFWm5hSnE3dk43NWtpM1ZUdEk1dDRBQUFBQ1hCSVdYTUFBQTdFQUFBT3hBR1ZLdzRiQUFBRGJVbEVRVlJZQ2EyWHYyL1RRQlRIbjVPMHBFbWF0QXNTUTVWS0xBeElaWUhWWFpnWTBwR3RtVUJNaFlHbEF3NERBMGhnRUF0TWFZVVlHbEc1RW45QUl4aVF1aFFra0JBaVN2OEFVUGxkR2dpUFovdmVuVk1uanVPTGgvWjhkLzc0K2U3N3Z2Y0NBTWJKODVkdk8xdWdkVm5vWGxlMUdPQjRrRVU5eU5sTHE0UnA2a0hvYVFjNzJneEEvSzBOS1NEKzFJWmtFTDlwUTQ0aGZ0R0dUQ1BXdENGbHhDVnR5RDdpdkRaa0cxR2JBZTB4eU1RWWgweUs0NUJKZmt3eXVhKzlzQ1NUcWphRVpISkdHekltbVJ3Q0hML2J2VFdUUEI2U3lTOTRoUjBIL3lTSGtFeStaL0RwVEdFWm55V21rRXkrV3E2enBiSFRURW9oTjNuZjhiYkh4c1I2SVpuZ0d5OENNN25Wa2t6RVorU1NueHdrRTJIVDlHRjdDUmVsTFIvTkp2WmFrc21CZUQzdDAxcXlTRnlaaUNmcDZQaWJEQkp3RS9vYzVxWHFOK1BnVG9qNXRKcXNEbXIrRTQvdXltK01ZcVhiNHZnbG1WVEZ4QkxpRDlIY2p1UGRSWnVGRlhBVDR2SG4yQkkzS0JMajVRVkhPanpKaEMzQWxJb0JFN2NHUFMzNkxjU3V4WkhVc2N2VFZ5Z1ZSYnZ3aVRzSC9WL2R2RDYvd0JCVU5tS1BhdnNNU2FzZG9ZSkpidFNnOS9mMk0yUkNDWXdLcGhHckE0YVF3TllFbm5nalZnY01JWUhWQkdTS1BFRTBZLzVqU0s1SGF5TmFOVU5LNnVUYVY4c3pZaVJscFRXTEsvejBuWTJsV0JpT2hDQmlQaG1MWDV3YjltRzkyNHhEWVVoSkxpWlZzNzQ3elIzQVZEekJNRVNaTTIzT3V2ZDZ1d3A1NlFtUkFURWtLeU9waUNYT1VDNWw2V1NOY1RGa2t0ZkU0TE40bWl3eXB4SXFpc1dRRk84TzJhVHZjSlVhd081UU8vSFlESUcycUhCTVBQUjlwYjBIc0JMUHNTV2s0di84bzRqOHM5UndwZS9JWFBEZU9PaVBoRXo1TDkzaFFBcnYzUG9nM2xFb0lRV0g2aVRJT05LdTZZNE9JUEh5ejZUQUk5ZEhGWmVFd0E0K2hKU05UOVFZbE9XQllSMGgwRzNnUjVxQ0dCWjJFZDhHR0ZDUnJuK3FGYnF1cVprS0FvVXJ6c1p6TlVLdHVqU3FudTdRVFFBU0dpT2ZySVk2KzNWRVFVakZ6WDdQaFBxaUlMazRaNmhMaklLWWJnNFhBMXNaQ2tGMFJFRXNkMTNkUEJ4MlJVREk0dWdnWG5nOURCSDVPVlE3elFOWWkxcVFTZGVudkR3Y2hva29mQ2VRc2luTDVVNFVhRm1tUjJoV3l0M2haZCtoUW9PeXc1aDljWTR5NmNicFdkK0c1SUJvMkIzSWQvc1BxYW1tVE0xQVJxcGhtTU5IK0NCdzM3ZHBZbU96OWJqMW9SRk02K0RNaTQxN3dkdGg3Zjk2dnhPK3NvbWZvd0FBQUFCSlJVNUVya0pnZ2c9PSIKfQo=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WWw5N2FYMGdYRjA9IiwKCSJMYXRleEltZ0Jhc2U2NCIgOiAiaVZCT1J3MEtHZ29BQUFBTlNVaEVVZ0FBQURZQUFBQklCQU1BQUFCUFF4dGZBQUFBTUZCTVZFWC8vLzhBQUFBQUFBQUFBQUFBQUFBQUFBQUFBQUFBQUFBQUFBQUFBQUFBQUFBQUFBQUFBQUFBQUFBQUFBQUFBQUF2M2FCN0FBQUFEM1JTVGxNQUVESkVabmFKcTd2Tjc1a2kzVlR0STV0NEFBQUFDWEJJV1hNQUFBN0VBQUFPeEFHVkt3NGJBQUFDaVVsRVFWUTRFWDFVUFc4VFFSQ2RzNTNnajB2aWlpNHlFaitBTk5TWGh0b3A2ZUlLUkFVMXpabUNBaVM0SUJvNkd5R0tJS1N6eEErSU82UTBBUWtrQ2lUbkJ5RHhUZkRCTWJ6OXVydTl1L1VWOXV5ODJkbDVNMitYaUx5TFY2N2ZpMmRVOTRVc3ZsdDFFTVVTMjYzRkxsKzdEWFJlaThFWmMrS0NpUG0zQy9PWmY3cXdGdk0zRjNhTytZc0wyMkFldTdBQjg1NEwrOHg4d1lVZE1ic2dXcmpwZVN2b2JhNmcxMXRONzhCVkMraU5YQmpvN2JpdzFmU1dST2NmcEhmN2xkMmc5NHRlY3hMem53b0dldDliL0x6djcvUExNZ2g2WDBNeDl5WW44eEtJNlgxSVpLRVJsM21DSHIrVjhVRkZOcUNuYzNVclVnUTlyU1JrUDdVUFhHU2VkbGszb0hlbWcxSHgxTm9uNkdrSHRQalh3Z3JUUTA0VDFwamNRUlFLTUt4Zy90UDdUdVJCb0RmU2ppM21IOW84a3ZJcVRBOWhKbWNrbzBEUHpDYkltRkxBTTJTWWNLcnowRTEwWGR2K0oyRndQcmFvSkxobVhodkNzcExsOXJXY0w2NnZmWi9BZHlxRGlCQm0zeWZ3SFd1c2cyRnBVLzExTGVxMm10Q0xIUjJNTHRpdEh1VFVRL09xTmU4ZjdvbDRZSG9iQnFsZUxpOWFUdEk1dkZ2WitYaGwxSkMzejZnamllYjZRWmxQWllwb1JEMDVySGEyYjZpcmFxRy9iVndEb25Wem5tZnV3d2FLN2NvbU4weWQwTWFCVERrY0U1Mm9JUzgwdjRDWGZZa3RUZ25Ua2t5SDZxbkdmaVY4VC9RdFZvM3NxSkJqczgxL0wyNlVFcmdmNDlaU0s4NFVoUldFaWw5OHgveVlHaEUvVXl2NU96QlM5MEpPbWQ4VklCcG1ldk52eElldmloRDBOYlhXaFFYRU1Tb3NMUk85bWx1T3dxSXJCVjl3Rk14QVRHSHpZOEdUbTZFb1JiUzgra0VBTTZKTGI2b0lza21aaHJ0MTJMb1l0Mng1RlYxamRMaHRicW1OTndTRmZUVm9HOEVxU3FpWHFrRlhzRzErd284cVh1MjQrdUloclArSUduREppYnNkblFBQUFBQkpSVTVFcmtKZ2dnPT0iCn0K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nWWw5N2FTc3hmU0JjWFE9PSIsCgkiTGF0ZXhJbWdCYXNlNjQiIDogImlWQk9SdzBLR2dvQUFBQU5TVWhFVWdBQUFJY0FBQUJPQkFNQUFBRDRMaGhGQUFBQU1GQk1WRVgvLy84QUFBQUFBQUFBQUFBQUFBQUFBQUFBQUFBQUFBQUFBQUFBQUFBQUFBQUFBQUFBQUFBQUFBQUFBQUFBQUFBdjNhQjdBQUFBRDNSU1RsTUFFREpFWm5hSnE3dk43NWtpM1ZUdEk1dDRBQUFBQ1hCSVdYTUFBQTdFQUFBT3hBR1ZLdzRiQUFBRHAwbEVRVlJZQ2QyWHYwK1RRUmpIbjVZQ3BSUW9peE1FRXY0QUdYUTBaWEZ3S25FeUxuVFM2QUt6Uyt2Z29Ja1c0K0ppQ2pFT05DWXZpWnNMZFRKaEFSTU5ra2hLbkJ4TS9DMVNyWS9mOTMzdjd2M1ZIdTE3blh5SDN0MTdkNS8zdWJ2dmZlOUtSSW01ODFkdlc1dGs5SlRZZmxhTUdHUTVrQVV6eU5rck40Q3BtMEhRMitLbU1ZT1lmeGxEc3N3L2pDRXA1cS9Ha0dIbXo4YVFNZWF5TVdTR2VkRVk4b2w1MWhpeXhXek1vRVlmWkpMb2gwekcreUdUMFQ3SlpOVjRZaUdUb2pFRU1wazNodlJKSnNkRXArNjJidVhpeHdPWi9LU1gzTFQ0ZDN3SVpQSXR4VTl5MlNWK0dwc0NtWHdwMmM0MndNMTZYQXJjNUczVFdaNEt4OVlMWk1Ldm5Bank4YTBXTWhIRHlNUS9PU0FUWWRNWTJHSE1TV21vcnVuWVhndVpISW5QWTUzVzRrVml5MFQweE5IeEp4N0U1eVlZanVRbHF6ZTd3Q1dxWXVkaU5xVTZrUDBydXU2b01lcFk1K1JSQTVrVVJjTUo1dThpdTlXTmQzOVE1NVhQVGNDVHc2a29uS0JlWHhBWm1VeWRlYzRLc3NXY0V4VjVwUmpLODZaczdhYVdITE40alVYZ1BRV3Bja3MyWDhaV0ZQbnNSL2xTcEx3YmZERmMyN3VZVkJEMmJLU2lzZjB3eEVZcXlJQzNJcmd3cVlVS2ZoWWxMV1RRRXhndVRITEpJZ3c5QkFKYkUxM0E2M3c3MEVZQ2daVUZaQVNlSUxMUlJBdkpCTFRXMmFxMUVLaDBYbndYc3V1OC83U1FHVTlySlhuREg3aXpzUmdlMEVrUTBSN0c0bDdPRTVYamFxc2VvbWdoRTJveWNadDEzV242aUVZaWd0RkNQSFBHNHF3N242OFVhVlI1Z2d4SUMwbXJTQXBpaWxQWVMybWNyTUZIQ3htU044ZUVQSXZIc0VRWmIwTUpsaGFDVFpSejJzRW1WNTFNb1V5MEU3WVR2ZXlwSVhTUzUyT1gxamdrV280b1Joc0pGZHkvZjRqSVBVc1R0dlF0dFJlYzRQQ2poNHk0SDkyV2dXVGYyUGVEeUZHb2gyUXQzSk1vWlNtN1JnbmU1MFp3R1FJTVA4MUR0ODVuU2tUYi9JQ1NGWDRzcTVET3lBT2pFU2JZNWJKc3Fad05mNjVMM0dKK0xXdnN0Q0JkLzhLQmZMZ2xjL3Z6c3FrUFF0bHIxc1l6V2VHa1ZXVlU2clYrVGxRekx3T2ZMSG9sTjljekJDcXVHME15YmM3UW5pUEoyM3Q0L0YwZ21KNGhKWHRlN1gzb2UzcUZ3T0kyaVU3ditoQW55VDdRMUNuZzdqUkxWRm9JMVBRYXlaRHRVODQrOUdIYVFiREZGbjFOQXRsQnhtNUt5K3VPcUdvSHdaRzVFdWpwS3lUdEZWNWE5YjFCTmdLWm5KcGJoclcvZnpFWmJDaExsU2FOdG5LeTVLWmhDSVlpbi9aRG11YUhmRC9JaUVTQ3Z5UzFnLzFIQnpXcjA3eGNxdDBMTVNLUWNIMVg1ZkJ3dXVvVWJ2U2ZRY0wzMlBCd3V5cEhidFMrWHY4QWhmSmtIRk9mdjFzQUFBQUFTVVZPUks1Q1lJST0iCn0K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WWw5N2FTMHpmU0JjWFE9PSIsCgkiTGF0ZXhJbWdCYXNlNjQiIDogImlWQk9SdzBLR2dvQUFBQU5TVWhFVWdBQUFJb0FBQUJJQkFNQUFBRGJpWERvQUFBQU1GQk1WRVgvLy84QUFBQUFBQUFBQUFBQUFBQUFBQUFBQUFBQUFBQUFBQUFBQUFBQUFBQUFBQUFBQUFBQUFBQUFBQUFBQUFBdjNhQjdBQUFBRDNSU1RsTUFFREpFWm5hSnE3dk43NWtpM1ZUdEk1dDRBQUFBQ1hCSVdYTUFBQTdFQUFBT3hBR1ZLdzRiQUFBRUcwbEVRVlJZQ2ExWFRXZ1RRUlNlVGRLWXBqRXRIandJcFFFdjNsb1BncmRVd1hONkZCR2FrOUpUcXlmeGtpcDRzS2hiRWRTTHBDSVdLNFV0ZU5KTDl5Q0k5ZEFLaWowbzI2dWd0UDdHcHNibk43T3pzN3ZKcGtrejJVUDJ6WnMzMzc1NTc1djNKb3d4NC9DcDg5ZXRKYWIzbElnL1Uzb2d6QklvbzVvb3g4NWRCbzZ0aVlMbEZsWDFRUmpSSDMyVURORXZmWlFFMFhkOWxIMUVXL29vKzRtbTlWR0dpTWIwVVRhSmN2b295MFQ2SU16cEJsMk1ydEFsMnhXNjlIV0xMclA2MFFWZGl2b29vTXVJUGtxMzZMTE4yTUdidFdzREdoNkJMci9aSzZwYXRLT0JBcnI4U05EamdjdzRMWFlPQTdwOEsvRmFGNmVxM1RFTXFzdDZWU1RKcE01NUE3clFXK0ZEWHFQOGdpNXlKMm1OaGdLNnlOcU52VzEwR2hoSHJVMTFYbjlCbDRwMEFObWE2OUFYVGhlNUZCM2xiNGNvZ2VxQ0hYbUFzZktWbG5qeENhdjY0YXhyaHBCNkxJSDRUNjVkVmR0c0NwYTBhSDJHNkk0d0FGMkswcktmNktjVWwxc1c5SmkxazJQc0RaRndPbEJkQU9qdHlGUjRFcmJobGErSUVwQ25HbitETG1JSU1hK1lBM0dwWVYxSVlWaEZNZTV4QTFLbW1qYzlpWE1wNWN3WFQ5bmtuYVQzWWdaRTRiRWt2NnlZZTJnR2FhKzNsd2sxTHU3bkJZQXFYVTA4OE5YSXhLd1lsWGg3eHI0OHB1RksxZjdkQVNoclBncVlOaWUvQU1EMjd3N2crWmhZWi9LNGdtblRFcVVYSlVLS3JWL0dpM25YeU9IOFJKU0tjZzJjM0h2OVJvN0FNU3dka1NpYmZvaWtwbzFYVXV4bHlDY2RvajBsMXNWbkZ0dzl0NEZ5U01RU0tOSVd2cm4zZU1QY0x0ZnNOaEM0U1VtUXJsOUZGTGRldDF3TlZsaHZ1OFJCWGVFQjhTczJVdlJRT0dBV1daLzRnaGp0K3BNdDB3MXVrRksrRkdTY0U4aC9DazIzNVpPOTlJRG9vakJEakYxencrdlQrOEhsZERzNUIvR0k3dHA4ZWN6TEVYWTRLL0FLMDR5dHRpd3Z3cFFkT0VNVm00dU81RXVldGdmRWxMUEIyS1E2WEVLMXk4K3krNzJDU3hMNDVMWlpnNThDU3gyTFhRREVGTFpRaE5EcmZuYkZjeVdENm9OeXNTRnMydmh4UkhQUFdLZ3lMR0dwNDRRUjRpYlhmK1VSREQ4Znc5QTROemxvVnRBTVlpWTlDa3dPcVQ1U0NpUHdVZDNmT2h4RW5oV2pSRFdpZHdFUVZsQzk0TWluaHVkQzBKSlR5NzBzWkNhc2hXZWhxYktxWENGMTVBQ0VpMllvU21jeGNrVkFHVDhwQjZpUTBYK0FBVzhIRmtTSmh1TTFMQnhpbnA3R0o5MEVQV0FKbXNnMkNwUm9YL0w4Ukdmck1ocUFnSWdDSUtNQng3MzdUOWlreElQTEQyWHpCeWd5NCtBV2I0NE5ENHJlRW1QRGF3MFRBUVhXeW1hTThyOFZtRkFpYmxjNWxNSlJwWWdRc3ZURWR0WERYbU9xczByeXdpVU9aZDFFY09oTXlaSG9hc0VaS2ZmdzFLVzgrMUNFQVZjTnk5WUZ4eGNqVFdJOGRlT3prWE5LR1pkblpwT3F0bEtHQkxQSytzUU5LYVN0Rzd5bSthUE1PTzcxc0xwWkRBZnBQdDF1Vk5kcFBxT3RXMFJYNjlUKzhQVFRXLzZncWZUeXVWVzlkNEpQL3dmVU5VdjEzQUJoL2dBQUFBQkpSVTVFcmtKZ2dnPT0iCn0K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WWw5N2FTMHlmU0JjWFE9PSIsCgkiTGF0ZXhJbWdCYXNlNjQiIDogImlWQk9SdzBLR2dvQUFBQU5TVWhFVWdBQUFJb0FBQUJJQkFNQUFBRGJpWERvQUFBQU1GQk1WRVgvLy84QUFBQUFBQUFBQUFBQUFBQUFBQUFBQUFBQUFBQUFBQUFBQUFBQUFBQUFBQUFBQUFBQUFBQUFBQUFBQUFBdjNhQjdBQUFBRDNSU1RsTUFFREpFWm5hSnE3dk43NWtpM1ZUdEk1dDRBQUFBQ1hCSVdYTUFBQTdFQUFBT3hBR1ZLdzRiQUFBRDdFbEVRVlJZQ2ExWXZXdFRVUlMvYVJKTjJyUXBDRzZsQlJlM2R0RTFXWnhUY0hGTFhCU24xTlVsZFhCUTBFUUVjVXRWSEZxRUYzQVNoR1pUaXBBS0NnNUsrZ2Nvclo5dG4zMGVmL2M3VFY2U1oyN3UwSGMvenZuZGU4LzluWStVTVJZN2MrSHFiYS9CM0ZxRmVGdHhBMkdlUU1rN29weTdjZ000VFVjVXFIdmt1NE13b2dOM2xBelJMM2VVQk5GM2Q1U1RSSHZ1S05ORXErNG84MFRMN2lpN1JBdnVLSnRFN2lDc1BRNjZ4TVpDbDVteDBHVnFYSFNwdVZzWGRDbTVvNEF1Uys0bzQ2TExJV09uN3dhM1poMU9CTHI4WnEvSjkraVBBd3JvOGlOQnoyWXpSWG8rT2d6bzhxM0NZMTJjL09iSU1JZ3VIMzN4U0ZVYW5UZWdDNzBUWjhnNWhGL1FSZDFrMGlHaGdDNHFkdU51TzZNYXBtMTBVNlBIWDlCbFh4MEFyN1UyNGxrNFhaUXFNc3JSaUNnZDBRVTMwb0FUOVp0RDhlSXZ2ZUNoOG1PWVZMTUUzYjlLdDJXdTJSY3NJVW9XLzdJUUFGMUtTakpMOUZOMU40Y0c5RXc3dVBqMlBKNG16MVU2b2dzQTlZMnFCay9COW53V2d3WE1KZFhiYkJMTktwR2NZUTdMVWFOSDc5aEV4cE9HVzVURlhKMEN2VnlHWDZwKzVvdWU3UE5OSXlieEZwZFdJQnRXcXYrUkRIYjFmaFYrRjJEcGQwRkpaWjVMYmpUZ2IxWGZ1TVZMQlpoSE13MGxWZVRhSVVaK1NlNlJKdHBtWU5xYTJoS0FrV3VIQ1pPVlQzQmpnbW1yQ2dXb2tVdE5HRUtaRitYY0VaczhScnJJOFJ1M1YyV3A4TU9zVFdtNzFrVHFkQU0rYmYwb29yU2N0NlNyNkY4RDhUdnJ5d01BeE5LYklDOUZ4UE1BUlNrZzBGQ1Q5MlBWdzNvZ2VudzBySW5ueVJxTDRtZ3lYTTN0czNSMDRzQWtEVmhYdnd1ZTZMSFl1RnBpVS9yV3cwN0NXSkhmSUdWUUNzck9DZmhWQ2trM1loT0pHYVNSNGpHZHA2ZkI1VW5yWEVQQVlJYzF4a0JDR1JnUU9XdENvN0RLV0d0b2VOSGdMZktiNkxkVkNaU2pRd25YM21Hc2JKeExTL2Y3MW1VeUs4aWZqRGlUVExNeGJtM1B1RVUvYlRXUEd5enhibHB1dTZXUGt2a2dRcytPRWh2eUtkSVRJWkh4dUZzaG9KZXNBaEtUR253RkZidmFKeXZIRWhSSU03QXRlc0FtcXZTMFkzSGU1SkZLRndTR25UL3JDdWJtc1FvRlJPODdRRmpCNUlLem4zdmFkU3VaNktCVjVwcTMvc0l1b1ZmbkhJalFDb05LWEFTUFVnUU1XS1hUUnQwYTRIT3pleTVzWER3UXBrMjhDbHNFL3lQOXZFNnFmMDV3bHdscE9lN1JNNE5PSzVTS3ltT3pleUVZakZXNGNmdnNZQldTTXM4enRsaXprN2FIb05mQTJyYWRDZTBWZFdWUVhnbGJSMVJmd0lIeVlXdDJMdWszNWVCVWVDbzh3UU9YY0VxcjA5c3IwZ1p2SHRpODFMdktheEo0VmtyWFEyRVNtQU1iVEd1R3lVendoeTdXd3Bic1hObGdHTSsxaTZKWDlkbVU5dFd1SlQxRU9ETE4xRDk2VVg3bjZCSGRQejdWUGNJTG1LYkw1VzZaU3h2M3VxY0dqdjhCWlhWVm94VzJxMEVBQUFBQVNVVk9SSzVDWUlJPSIKfQo="/>
    </extobj>
    <extobj name="334E55B0-647D-440b-865C-3EC943EB4CBC-8">
      <extobjdata type="334E55B0-647D-440b-865C-3EC943EB4CBC" data="ewoJIkltZ1NldHRpbmdKc29uIiA6ICJ7XCJkcGlcIjpcIjYwMFwiLFwiZm9ybWF0XCI6XCJQTkdcIixcInRyYW5zcGFyZW50XCI6dHJ1ZSxcImF1dG9cIjpmYWxzZX0iLAoJIkxhdGV4IiA6ICJYRnNnZEMxY1JHVnNkR0ZmZTJrc2RIMGdYSEYxWVdRZ2RDQmNYUT09IiwKCSJMYXRleEltZ0Jhc2U2NCIgOiAiaVZCT1J3MEtHZ29BQUFBTlNVaEVVZ0FBQVg4QUFBQlVCQU1BQUFDWWRpb1ZBQUFBTUZCTVZFWC8vLzhBQUFBQUFBQUFBQUFBQUFBQUFBQUFBQUFBQUFBQUFBQUFBQUFBQUFBQUFBQUFBQUFBQUFBQUFBQUFBQUF2M2FCN0FBQUFEM1JTVGxNQUVLdmRSRlM3bVRKMjcyYUp6U0pJMWMzQUFBQUFDWEJJV1hNQUFBN0VBQUFPeEFHVkt3NGJBQUFHT0VsRVFWUm9CZFZhelc0alJSQnVPNytPczJhamxaQTRoVGRJSkJBU0I3Q0ZkaTljbkJzbmNEaHdDUWVIVTVDUVNKWVhjRTVjeHljT2lHWHlCbzZFRU1kZExsd25iK0FsZ1FXOExFWDE5SXhudXFibXgrMTJKKzZEcDZlNnUvcXJtZm1xcXJzdGhPM1MvTXEyUnNmNlBMaHdQS1BsNlh3WVd0Ym9WbDBENEIrM00xcWViUXRnWWxtbFczVWVBSnk3bmRMdWJENGFNTFNyMHFrMnBNRHRrS0MyOTdZVlE1RUNqa2hBRUs4QVdESEFlOWxIQzF4RUFvSzRCM0RmaGdYK3NJc0dERzJvS3RGQkVQZmhwbVJBcGVZR1hOeERBMTVXNmp4Zko0SVk0Sy81OUtuUld4T3hpZ2E0aUFRNjRrMkFQMjBZNEdFVUR0Q0N4Wk9BSUVidjk3c05BL3loRUc1SVFCQ3ZBK3hiTUtBaGc3QWJFaERFcndFY1d6QUFLU0Fja1lBZ0hnQWNXREJBVXNBUkNRaGl6MDRZa0JSd1JBS0NtRGhWQ2NPZ05GVWU2b1FFQkxGdkpReUVGSEJFQWgweGNhb0dEejhjTW9yV1lnNGlBVUZNbktxcEFZb0NpZ1EydkhJQkRvS1lPTldDZ1VWTkVRV2NSSUlFY2QzSHlCK1Z5VmtSdnRLMmlBSkNyS0UrSzdraE95VkJqQUVoS1IxMlJGVmhUQUVoMnFqeW91cXdXZnNSeE0xZlRrNU9BZ0Q4UGZsNVZsMTYvNWdDUXZUUWdJV1JnRU5NbktxT3ErcmRsQUpDNEdySlRuYWJPemRCck9mV3VhT0tHNllVV0RRSkpBd2RNWEdxeFRoeld4TUtLQkxZU0s3eUppT0lpVlBORzFVaWJ3K1REZ3NsQVU1REVDZE9OWUV3Y3kxRmdjV1RnQ0JHeDNROE0yQTZZQ1c5RUY1c0pCQ0NJQjdZV0Eya0tiQndFaERFbm8zVlFQdDUrcDB3Sk5nTVBrMzNtS3RPRUJPbmFxUjZEUzdUNDVoSU1JYnJkSSs1NmdTeG5sdWJhVjdSZC9hYWtFbUhUdUVGbzdyR3lNcEZPbUxpVktmRFd3LzU4bmphSTFYcC9adTZ3V29iTGRBalFaL2JzR3NZdVErQ21EalZLUkNKZ1MyZGFaZWswaWI3U2lNY3VaODBZNjNMWVIwWTdVY1J4TVNwVG1kbHdVdmgrYlRMdEVJb3dFV0MxaWZUM2tubEZEVHVKdzJGTllJWTkvU1B1ZjQvNVZqdzVDcmJtMUJBQ0lZRTJWRkMrSERJaVV0a0JQR1lmcTBsdzdsbVNnRUpyWUxhRnZzNnVRazBHVUU4c2hBR0tBV0VRSzN3VEp1V3VjSDNkTWFJeTBRRThkNzg2NzhNQllTUWgwMS9sQ0dwbSszRUU4UzZVeTJiazIzUFVFQ1I0QlhiT1NYY01ndHVPbUw4RHVjK0c4aFNRSkdna3dMTFZjZGNiT0E2YWpLQ0dML0QvN1IyZzVzc0JhcVJZR1EwTlVGY2p3L2xHcXd6cldJT1F3RkNndFdqSitlTXBqMFlNdEl5RVVHTWJIc3pIRElZbG8zTWEyY29vSk9nMW44VjNGenB3ejlFbG9kbDVpMGtnaGlkNmtXb3VuK3B6MUQ5anFPQVJvSUgxM2h3UTV5cUYrR2YzUWNTeEQyQUs0bTFwUzdWWVNjOUE1SUlxUmFKTUFLTnoyWWo0eXAyZHQ0QWVMeXprK2lwV0NPSVR5TmZYRGMrYUYzVjF3SXhqQ1FTTlBFcldRZVNyMkkzd3pCQUVQY2pYenhnSDJPTXB1aDZUMThMeEYweFp3UVZDVmJRelcweFJ4Q0dZWUFnRHFKSEUzQnVJZ1pUZU8yK1lCY09qOUFBNk1pUm8wTWhPSmMvaHVoRVFYYXFYZ2ppUGFWbHV6UnM1czRRU0tRNUpTUkIrMENJcDR6TEg4SGZ1VW9MR2doaVR4blErN0ZnU0dHVC9ITkJicEhwVUUzdXVIQ0pzMWtZRUFUeE9QeUVWdFhMTGtTYTB5Z1A5WEtMZksrdGQ4T0RNM3dOcEhCR2tTN2NMVUZjRDVubW1lZEQzVnowc3FHaklHRDB6R0F4WEEyZzg1S1BaWXE0MW9hRDJzZVRzNHorcW9LZzBJQkRwV2FYeVRzTlZ3T0NJbjRkSmo1OFVSVnV0cDlmYU1CUURSZ3hpNE1ONXExazFUTVNpdmdELytacnBwdFZVY0NrYlN2c1RsR1ZhVjBnMW5IZzUzNnBTL0J1MXl3TVpQUzRFR3hIQ1pjMlY4OHNER2c2WE4xc2NWK0wyYWFRSzhqNlBGMlppNjY5cnd2YmFsUG9jMTE2TisvQ21DdHp1blJSbTBMYjJTdzEzZWx1MUd2aDV0OWdQMFR6MFpjS0ZHN1JubUZ0bDVpbEd1L1lMeDQ1SWRhOUN3a0xZM0pIWHVYdW83eWNYc3JmTzE2MjVhSXB6T21FR01TYkNCdmhTbXAxNWlYeGJkamFrTm5MdXZwRHJ4ZnZRNFZDTVM3ZHZyc053SFRPVGVsRnZXZWh1QWRSV3JRcGwvT2JmdmhkMFFGMzdyNC9FUnMzOTBOWWVId21rMGtzVDVFWW50R2FUSTEzK2ZzQWZvTmYxWVN0b3gvZVVyVTZYQjlOT2k1aHpESFh0OTkvbG94K0w2cCswMzduSUpFdVVlMjdKY0xLUVcwdFEremxnTWV5NWxKNHpoZ3RjMTEvemdpWFNkUzlYQ2EwRE5aQUJRU21aVGxFRzBzU3UzS2ZwbmVZMjdRVURjdVJmaFk4eW9hOS96M2hMUDhEYnoxYUJqVzQ4cFFBQUFBQVNVVk9SSzVDWUlJPSIKfQo="/>
    </extobj>
    <extobj name="334E55B0-647D-440b-865C-3EC943EB4CBC-9">
      <extobjdata type="334E55B0-647D-440b-865C-3EC943EB4CBC" data="ewoJIkltZ1NldHRpbmdKc29uIiA6ICJ7XCJkcGlcIjpcIjYwMFwiLFwiZm9ybWF0XCI6XCJQTkdcIixcInRyYW5zcGFyZW50XCI6dHJ1ZSxcImF1dG9cIjpmYWxzZX0iLAoJIkxhdGV4IiA6ICJYRnNnS0drc2ZuUXBJRnhkIiwKCSJMYXRleEltZ0Jhc2U2NCIgOiAiaVZCT1J3MEtHZ29BQUFBTlNVaEVVZ0FBQUtzQUFBQlRCQU1BQUFBU0IrcGVBQUFBTUZCTVZFWC8vLzhBQUFBQUFBQUFBQUFBQUFBQUFBQUFBQUFBQUFBQUFBQUFBQUFBQUFBQUFBQUFBQUFBQUFBQUFBQUFBQUF2M2FCN0FBQUFEM1JTVGxNQVZOMUVtZThpcXpLN3pXYUpFSGFtUTRSWUFBQUFDWEJJV1hNQUFBN0VBQUFPeEFHVkt3NGJBQUFGdmtsRVFWUllDYVZaUFd3alZSQisvbmNTYjV3V0dwOUVqVFlTU0NjcXA0aXVRNDRvamdLaFRVUHRxMmp0bW1iVFVXNHFXcnVGSmtHNjNoRWROTDc2cEpPRHdSeUVnMkhlMys3TWU3dnIzYkJGM3N5OG1kbjM1bjB6ODlZUndqeU5EeXoxNkxIN2hXODZlZTdMNmtyQ0s5ZWlCM05YVkovLzZlSE9NVXArY3dTUFlidlJoOXpzRUpaYzhEZ3UzdkxsenQ0OXpvOWoxWUJyS2htQUYydzZYWjFldmFXNlkrQ0wvK0hobEU1WHA1dndLbE1Pb3I4ekJxa2V3QjlNVUpucHdwK1o3aUVQaWJnQitEZWJyVVZ0dHBuNkRWeG1ERklMQUw1OE51c3l3WXdrYUFkdTdYd0F2MXRTajFBckNFMkF6UHdvaTBJUC9zbmtra29nZXllZnllTkdRQTg4ZkxBNk1aeFpVbzlmUVIwWUowRGlLVVp3WXB3bDlHMUs5aEhIRzMrcHl3R0xZUk11dEVLZmlWMmp2WHdmNEZlaWRHeEJkSkJGbVV4WEpvK0JIVTBBTzIyNmhpZVZmZVFvSGdDM241bmdidW9jdSs5M0NQekV4eWEzUWljWmZNdFNTUXpwMlN1OW9VNzhQcVJJS3pVdm10d3cyQXB4b05IWnJnVlMzem1IclJCSEdzWkQrSC85Sm5MdzJRWFZGc2R3N3kraHVzU0JMUnFHcXVhdW5LcFkzYVBTZEdDTHNwbHFOUXNIWCs5Rm41L1djTzNDVm1DMWx0dDM4UEVOZkFhc0lSVy9vaGRoQlRYUGJwN3F4VEpyV3pyQ1Z0aUNaL2k2TTh1V2pwZ0kyWlB0Y0NoN3dJQVdZU0ZpTEJ2RGlrWGk2T1g1K2ZrQ0FQK2UvNWd0b0NsM2U4Q3FwWWhPaEdqQ1g1blNQc3FGcld5d1dHdzZ6RWRidHAraExVTDdYTXA1WG0ybHBDMzNQMlJvam1YN1dUdnBLSFdMSGgrMkFpRjNLYWEyN0NyRDVCYUhNUTkza1VjbDkyRXJHZ0NuNklQMDdyNHFack1hUWZCaEszQURTMFFUS1FsdGRWYkF3bDI2V0l5aGgwWXNDcmRpUmRIVWtWMEpOMEdiVTduYjJNa21xUTN3UWt6b2RTdVdhWWY3a2tPMVo1Tnp2SUJWWmtZYjNPWU1uU0VRNUZEdDhXRXJWK3U0L2VRU25lRUM1dFY4b3BaYmJhV2g3SmtKWGEzeUZ2SzhVN0tpUHptd2xhKzZ3TnVoRTBnOHlPcTMwQnpZRnJqRjJsUDl6cHdEVzlrZTd2M1ZkbVRFcXo2b2ZPYnB5aUI0c2NYVVhYcWFSWUpwRG13eHRrODR3S1QxckVaRndCejFicHN5dGpsdW9XclAwV3VnZDF1ekp4bEZsbVVvUHdKYUpJeGk0WkFIVzhUdEZkWUVVbXJRL0JEc3ZiZlFWemFCWVBUTFJ5QnJ3c2lad0VPNHplejJVTGcxSDR5cWdzVzAzcUlYVE4xTEhKN2U3ZkdvcHZHNzhFSVJ4MmVaT3ZieUpSYVdkNWtFS1pPNjRaeEpDeGlFN1FzMUZXdnZpbGJkZ2ZjeVdkcGw2dmJOVGIzQW5SVmp4SmFLVnMzS1NGVXZhOEtEVlpJanRrM1pKUWZWTGpZakhUSFJWWUV6ZnRDRkxOcHNZYml0SzV6dVdIaDgvTzJwMGM0YkpzYTRSejlEMWMwRGwzeEhMTXkyeGhkYWhuV0hoNTZvSXBtWTFGSDNBRHZWa1ZjRURPYmNDbkRFaWlEZnNsaHFHYkw4eTRDb1NqWHowc1VySWw4cnlOcW82NG1SMmxiREJtYUdicStKaVVQT2RHa2VzT09KRlpZVGd4RnRFYXRtM3JTNUU2SmJIL0NwODQxMk8zcWVTcEM0VVZoZXNXUWRxbWhOcm94ZWdtNUxlc1ZVQmFHRnR4anl6TlE2eDJ3NUE3bmFRZnE3MHcyNnBhZE1yQ1haVStqYzJMM3AyVWhoZWNpTEFuNzg5WlAwVnpKc0tyc1NDQWNobkFUdjcrYmFuLzZMR0pDSDN1UDE5UmZZd2xzcDE4L3I3UnQySGxadXhwOWhGOEduVEhpczg2dkY4MEY4NzM2U2xMa1ZUNlB0TStZVjgwdmZGU01lY2E0a1JJREJydk9zemNWanhSRG1lZWlYSEptbmpJS042Y1ZyOXdMQ2xSc2xBT09hbWd0TjF2WTRGRnpWdHEwNjdrUSszN1VWTVNYeTlUcjMrZklDYVR2dGpSTldiRnoxK05xVmxQSnJWVmlsU2tibEdVeVdlZEpDMlNwZDQ0RGU4MTM5SUhJbHBYeEFraXNzeWM5MldSbjMzekFnMStWeFNVSk12L1J0U3lSVGNpOXNzOXJJald5ZjROSkNia0ZUUFN6TUpQMmxWdWpGblRnQ3VybHBlbnl1M2cxVmN5ZDlmczNDMllDMHduTFZWdUg3dUo3bEVwN3BHeG9TcTROajR6dkM3Q2ZicHN4WXpVRjVGYk5xKzhhTlcwUlg5ZUNaNzcvaExlNlk0QzNmcG9JMDlnRTFJditIcU9BaFR5VlFQOWZ4bWE3VGt2aHNKUzc0T2xYN0QwRDV3cTRWVWZVYkFBQUFBRWxGVGtTdVFtQ0MiCn0K"/>
    </extobj>
    <extobj name="334E55B0-647D-440b-865C-3EC943EB4CBC-10">
      <extobjdata type="334E55B0-647D-440b-865C-3EC943EB4CBC" data="ewoJIkltZ1NldHRpbmdKc29uIiA6ICJ7XCJkcGlcIjoxMjAwLFwiZm9ybWF0XCI6XCJQTkdcIixcInRyYW5zcGFyZW50XCI6dHJ1ZSxcImF1dG9cIjpmYWxzZX0iLAoJIkxhdGV4IiA6ICJYRnNnYzE4eElGeGQiLAoJIkxhdGV4SW1nQmFzZTY0IiA6ICJpVkJPUncwS0dnb0FBQUFOU1VoRVVnQUFBSDBBQUFCaUJBTUFBQUNQTHNGWUFBQUFNRkJNVkVYLy8vOEFBQUFBQUFBQUFBQUFBQUFBQUFBQUFBQUFBQUFBQUFBQUFBQUFBQUFBQUFBQUFBQUFBQUFBQUFBQUFBQXYzYUI3QUFBQUQzUlNUbE1BUkdhWnU5M3Z6YXQyTWlJUVZJbnRJd0lOQUFBQUNYQklXWE1BQUE3RUFBQU94QUdWS3c0YkFBQUVYRWxFUVZSWUNlMllUMGdWUVJ6SHB6OWE2VE1sNmhLSzBxV2pVZGF4SnhWWmx3eEVKVHJzSTlBSWlpZGhTQlE4KzBOWUVIYU1pSHdSQlhWSUt5cEN5bmVJd0VOay8yN1JFenAwa2lKekxTcW4zMjkyWjNmbU43UDdOangwY1E5dmZuKytuL20zc3pPampORm5WVk5IMXUwOG42ZnhaUDZUSFBlZm84a0FYYlZlMGxCT0YvUmNBdSs5d0dkNld6clFPSkNBMENTUGtUcWV4OWpUeldEMmFObVN6bUpBM0t0UzlvRHoyWUowRXBWcDRDZERKZlJtYitpVnRwWUN2bCtWcGZtMDZwYXlCMm1IbDNDZUx3V0YrWlhRUE9sdmxqZUgrVkxXTVBBanVxaVIvOVlEY1Y2Vzh6OWF2cXFWUnJRMGNaYlQ3cWR5RUpranFtZ1h1eitocGg5QmdQOVFJN0gySUtnMWdZTjg0aGRZQ2VMdktvK0w4Ui82RCs5YUgyeVo0TCtwVmNiWjVTRFh4TldDVC96K2NQbzAvcFhnZStMYVZITkRJUCtwQnJCRG5OZW9vVGk3RmNUYXk4TGxyTTlJSE02eW9IWTFoUU9SU1MwU09MZG1qSDZCbVBPR1FBSEdTb2RmVVAzUXJqSjNwcFRnZjRVYXRBcTZHM2hEeG9mS1BON05CNW9ZNHlhMGxhRjUwVDZmSzlDNDZjTythT0Z4L3VDWnpwdUFIbGt0ZEJrOXlCaStQM3pjMHlNMHBmb3Z6M2t5Z3gveTRsakQ3bHFWQ095SzYzWFhka3FWd1kvSkRKWnRFd0VWR2tWZjRXSnA4TXY4ckY5c0N6bHBGYjNVOURNc0RYNlJsdzEremJPdmlMbVppMHdzYklObmFVd3J6eEhacml5THZIUDdGWEFpZURJQXpqZElrSlFSZk1wUkdrZFQyODJVT2lKNDlwendVV2RQRk0rK2tBb2k5dDVJdm5LUVZOQ2c5RG8wSTNsV3NVV3Y0SEFJS1ZZMHo5aGJSNjFCMjgrQ0d1SjRsdnFZVTJvb0JKQml4UEtndSsxL1lsRFBKUVVMekZJOFkzZjl6WUJlSjd3cVN2T3N5dkVHUWZiRHhEeGI0ZkhhZ1NRSGtLQjl4c1RoYno4K0V2RjRuRWVjL29sNFZrVGV1Z0JNL29aemNGS09UcGJpK0xkK0FRYVBINTViSTBHL0ZOY1A3VUNXQXNwWGlMZE5YNVU0a0JMTi93c2NxWGxSd2lDdFZIU0J0dCtLU25KMmc5Q0JZRWIyV1MwSlg0RTBQS29FN1J6RStta1FmY0xqdlJNZktzVlpzUjBqbEM4WE5KOGh2SmcvRXZOYzB2Nll4OU9MTHR3eDdNdVh0bC92OFhTcThUNUpZOWIyaXg1UFR3c2NWbitTL3RjTGZwWktHeUdjcDBIaFc4ZC9ra29keTVMeU5JU3Z4dllQVVJ4Rjl1MmJ6bDhaZHdlbUtNNkdnYWVmbEM4aTdjTldWVEJ3WEwzMGpVb1I0V0doOU10VVVPS2ZrbWJVU3hPZXBmVjd0eEMxUmgvZmRQd01kcHBKcitiZzl5RTAzeHg0eEtEdHcxWko5am5jZTZ4Ymw2aUo4cXllL0tkQW5CNE5wTlhRTlhqY3dQYU5CSUp4QjVvL0ViaUdZZkRpNWpJN1ZSREtlNStCanYzUGhjbXpOY2p3emwwRExZNndqT1dvZHNMQ3MzY0NreituVkxsaDIzZzJucE13Yi90Z0lGckF5ak4yditsWWxuZjFicXpWeEJZbmdyY283YUVGSGw1VnhqNDNTYUlMODdjd2YvTlpQM2d6NEYrVHJEUzdSbHlZNXNHTEM1UCtuMEo3US9ab1pRNzdiNythMlFrL21ob2R2VlAzNXJJamNPN3VXZmQ2N2Vob2VHekVzcGdVMzUwSGg3K1prbGdnK1A5OGQxZDdYKytPZ1ROYlAyMGFPTnZTMTk3UnpUTi9BZmZma1RtNDZPQjRBQUFBQUVsRlRrU3VRbUNDIgp9Cg=="/>
    </extobj>
    <extobj name="334E55B0-647D-440b-865C-3EC943EB4CBC-12">
      <extobjdata type="334E55B0-647D-440b-865C-3EC943EB4CBC" data="ewoJIkltZ1NldHRpbmdKc29uIiA6ICJ7XCJkcGlcIjoxMjAwLFwiZm9ybWF0XCI6XCJQTkdcIixcInRyYW5zcGFyZW50XCI6dHJ1ZSxcImF1dG9cIjpmYWxzZX0iLAoJIkxhdGV4IiA6ICJYRnNnYzE4M0lGeGQiLAoJIkxhdGV4SW1nQmFzZTY0IiA6ICJpVkJPUncwS0dnb0FBQUFOU1VoRVVnQUFBSVlBQUFCa0JBTUFBQUN4MjFVckFBQUFNRkJNVkVYLy8vOEFBQUFBQUFBQUFBQUFBQUFBQUFBQUFBQUFBQUFBQUFBQUFBQUFBQUFBQUFBQUFBQUFBQUFBQUFBQUFBQXYzYUI3QUFBQUQzUlNUbE1BUkdhWnU5M3Z6YXQyTWlJUVZJbnRJd0lOQUFBQUNYQklXWE1BQUE3RUFBQU94QUdWS3c0YkFBQUZXRWxFUVZSWUNjMVl6WXNjVlJCL2Z1VER6V3htRWJ3RlpqMTUzQ0JSOERTRGwraHBGcUlKNHFFSHdhaW85Q0x4SUFvemVnaUpsOGtmSU95QUYwVndWMFhGZzB3Zk5CQUlKS0NlRkdkdW5zS3FhM3I5aUhsV1ZmZDdyNnE2WjdxWHpNRSt6S3Y2MWE5Ky9iNjYzdHMxUmovM256Z2RwMmN1ampSZTMvK3FiL1BudGZwSmt2bVFVNEIyTjVHeG10NFBKSEh6M01uVGFEeFhNMHZRdnNUTU4wYUlmZjBJbUJzaVdzdTVHOUxTOXh6MU0ydjNFdWZVYnR1Z01RMXM2TlY2OE9wWjk0TEVzNXphdHJ2Y3JXTVBkZWZ2c1haVUp6Rndqa0kzVk45ajJ3bnhPdFlXYUd4TDRwcTlKWUVxTDdiMlg4Rlo3bXBFaEV1Y3czb29qVDRndDB1WXN5RWN5blVlL2dJQSt5ZEhLdTBoWkFoU2hCcjdXdHdqa1BBSDE4Qk51OCt4d0Y2UWd6OUFHcjl6MlNyN0lLU0loQ1pwN0d0dGNVcUZ4alhTMktoNk40OXZRc3BmSE1DT1dic1NvSmc3QVdaV0Z4TEVRdUxXRnpOazdZRHh5OHdZTWxJUmlBQ1pCbVFKMW8zMUtnU0NCUW5XcmdiZm1LT1JmWmY1dE5aUFBmYmdSMWNaS013R2Fmd2pNSk53bDhaR0xQM3pXMDdMTk5JUno1STJWcWp5NTI5SHpNSzNFK2NYMm16UGxhbjQzdU9jd3JNN0tpVG5RRE1qbFB6MlhBcXVMVDdwTzlzT2t1MVdGaS81OWF1MTZZUHBrOGRrZHVaTlBFRVpZV2VPZWVUVTlhTEtEaWR3ZStDNWh6aHM3ZU0rNEl5aEpIanZwaU1ZYzVjSE02Tncxa2FLNE55WGc0WnBPekJ2WDJVeE5ETTRQWHYyYWZiRTRxczBhakRXSGhjaVVPZDJmMHdFQkU1ZmZ1dU5TSFZFVkVhenJFVlJEb3JmQUZ2L2ZLTTA1QmwzbjdXSnB6cGpZdG1NRXFoWFQ5VDB3N0ppVXdLTXorL3pYUGFJWHI3VlBJRE5JVmtwS2ZLdG5GSENsaDZWdzNtRjBPeW5XWGlsTVYxUjV4ejVPekd4dkRhT2JjK1JYQXNWcGVOczNqWis3ck8rSkNIVUt2SmJoUm4xOUEvUGU1VkxIalNidkxZU1hES2pnVzQraHUxSHozb0EyL0pBaHdBVXBaSlAwMmNzUjVrR1c3bSt2dCtZWWVtTWVnMERPd29mZHZCZDFlVWNLSjJRVUdiUjVXUHVpMkJHazdMTWdNR0V3U04yYWdpaTFZaXRyK2N5RXJ3SmF2QU5Fa0prd1djdVp2VDk2SVdwb3VDc3orMUhXdzRVUDloMFJZblEwUmpLcllwaTJkdGcyQkx0QnJhTUZLT0RqNjBMUzBEenNrMFRCbDNHWGhlbkQwRXRITEtHMXAyeWhIV1JyZTRORUlnQTdJVWthVUZWR3pBRTdoWDBNSWpNUHFDY0orTFE5NFFCZUQvR2gwRms0aXlKMWVPRXJxekZCMG1oOEJuVG5QSTBic09pOWJnL3pqVDB4UnhHTEhjQXo0SDNYdUorSzlQUVM0QjNYbzM1dEIwNUhXYVNhUnozaE16QUlRNFU1bHdZcC95U1dxU3g1K0t1WFFONDVCelZRaC9sOXpZbWpiY1VEYmVIZkJjalFNbzZjNDFwb3NaTEFnSUhiNEg4YUJEeHJyaTRRdWlBVFMvY0VCUjB0a0JqcFlCbUFGNHp0a1dzOUNERm9lalY5bGx3eTVRM2FnT1RQUEJoWndDdEJNMmo0Mkp4YXN0OVMwUVlzYnc2T0hGczI2SllVd1FxMXBTTThQTTVkS01UWEduaFY2QjNINVJmVlRleGhzMWNXRG8zZWxMV21KYjZid21kVUt1YTVYM2N3UjN2NVFZV3cyZkNZbDJKZ1BTbUpnVi9BdUZwY0hNTGkvTGVqWVM4VDM0QlorNS9jWVlRWDgweldmTUE1dGt6VDF3NEdaRlYyTGFNUzVmTUVRZHkrM3RLZFQ5dmx6QThoSVZGRkVJZnVkSjNBdmJVVHg0dE03QjJxbTNxYVorZWVEMjJ6NTk3K0poSHlvMG1hQlFxUlRsMUp0b0NqZGw3ZUdhYUNMUkJRKzFKRWEvajlFRmo1aWRkUndBNElGSHlrZFpNem1qMGQ4N3NzN3lXRnYycExNN3JXbW1DUkgvbXlLb3U0blVjL0dyVnlWQW5UWEN1TFVCakN6VjBHUk52cVhiV0ZxQ3hneHEzcXQ4MWp6RmNnRVozQVJwOTFQaDFYaytyWS9IL1JBTzdjYWRqV1lUR0l1YUQxbmE5ZXU3bk1UWnhNTk41ak9yWUdEWEM0VnlkVU1MQVkrNE9TNkV4SDhRdmpwVDJmMVozOVFwWE8yMzVBQUFBQUVsRlRrU3VRbUNDIgp9Cg=="/>
    </extobj>
    <extobj name="334E55B0-647D-440b-865C-3EC943EB4CBC-13">
      <extobjdata type="334E55B0-647D-440b-865C-3EC943EB4CBC" data="ewoJIkltZ1NldHRpbmdKc29uIiA6ICJ7XCJkcGlcIjoxMjAwLFwiZm9ybWF0XCI6XCJQTkdcIixcInRyYW5zcGFyZW50XCI6dHJ1ZSxcImF1dG9cIjpmYWxzZX0iLAoJIkxhdGV4IiA6ICJYRnNnYzE4eUlGeGQiLAoJIkxhdGV4SW1nQmFzZTY0IiA6ICJpVkJPUncwS0dnb0FBQUFOU1VoRVVnQUFBSUVBQUFCaUJBTUFBQUNGWHExUEFBQUFNRkJNVkVYLy8vOEFBQUFBQUFBQUFBQUFBQUFBQUFBQUFBQUFBQUFBQUFBQUFBQUFBQUFBQUFBQUFBQUFBQUFBQUFBQUFBQXYzYUI3QUFBQUQzUlNUbE1BUkdhWnU5M3Z6YXQyTWlJUVZJbnRJd0lOQUFBQUNYQklXWE1BQUE3RUFBQU94QUdWS3c0YkFBQUZ3MGxFUVZSWUNaVllUWWhjUlJCdWpmRm5aelliQkM4U21UbnBjYUpFcjdNSUVnVmhBNHNiSk1JVElmRUhaVUpZRHhKeFJnOFN2V3hBeElzd1R6eDVjVmRGeFlQc082Z1FGTElRdlluN1R1ckJKZXBtMzY1L2FhdXE1M1ZYVmI5NU05dUhOMVZmZlZWZC9WZmR1OGJvZHZ1eHBWNXg4bzFVNDlQcVgvVHRxSjJiMWtYeTdpbjk0WGM3azdhcHRCOG93TTd5OFNVVW5wcktSNUErUjcrWFVzUyt2Qi9FczhJNmhYSWpPQlh2bHNSUHJOM05TbVhLM3k1RXlBTVhNam9SdEdta215REFLVTdzMm0ydVRwWlhkTm9IckUwbnV3WEdJVWhCWmQyejg4RStXVnFGQ0d1UzFySC9TcUJlNjFuN24yRE1MbWhFbUNQbFZqMklaaCtRNnhGdlBJQ0QyT0RtendDd2V4eVpJSzhBWDFBU2pMQ1A1V3dBL1JxUGdCdDBYNk9BdFplRFBrZ1IvdVJCNitXYndVSFE1eWpDUGxZVEoxSkV1RXdSenRiM3k2MURjUGlMQTVpVXRZYzVWQzh2QUYwc0hXNXlPVFAxQVV3UCtJWGdKSURrQWtGbDl0ZUhlcWVYcStvdzBLMXRjNGREaVgyVDZ5ZzMzaUVlZkY1SmxhMUpsbjhrbWtuVm1Ca2M2Nmp0dHFYVlJTaFNpU3FOQjRBNHVUUzd5TmN6aVVwdENLUm50dTY4NjYyRTJJVmNLSnhKYU51cGRPTGFWMkMvbDRERzIwVGV5N2k1SEdIeDJocUhtZHlBVG40cjlic3B4SE9saXI5RGd2QlRQSEtFRzd6OGpiWG52ZEpjSVQ0Znh6b2hvOC9paHFkNm9abUlIWWNuMGRxL3ZkbVlXMGJPbzU4SG1jbUpRTWc1ZUJXWkJSdnlEVEpDZkdkMlJBckdZRldVOTJLWGtQQjVnWGRvVExPbmJsRUFvUEU2cW9aaDdWRVJBc2JOTWtaVGkzckxBZ3RtU2paUjg4emxxR1M2TG5rL3VHRkVtdy9oallrdm4xa2lpeUpHczh0aWlEcmR0OFZpeWtNYUtnaXlyalhjTGdreDJzR0RUcDRJYVV3WG1YS3NNdzhFYjVTZUR4RmN5bmtBUU5va3RvQ011WklRT3Zyc0JhdTdQY1NnWVhLeHBZRkVVdk9uUHVIdWsza3JWVTA1YU9OcWNkdHp2UERCNno3R1JRKzZIY2ozVDNrUWNzOWh3b2UwM1NET0NRKzZneVNuRWw5TmV1T1ZEck1KR1cyb20yNFU0a0lablF5K3BVcC8rTDNOUlFpWDJBd0JJU0p5WFE0NWloV05IZy84M1BReHhFQXczYllPY3lXTUJoOEQ0dlh3TmFqcWdlcHU5N1owRE5vbVJtQWJvdm16TFJSNURpbnVabjAvZVRvUHZrNmlEc1RjdjdlbU9Lc1VBVUU4bEtyMkcwT2JVTTY5Q3VDS001NkxHVnA5T2MxUWs3Q0RzQmJhRy9VRnBHQW5VTVdoaVlUUmpxQU9pN2h2NGFxbFVPcm1CMW9DRVo3MDlBckI3WmtCREFJN2c2WTVmY0RBUEw2NWc1V1dWVHVPZ0xPek1kNS9WQjV3SWwwb3U2UElORXFGU1RXQkx1amx2bzZDTFB6SXhLSWtEN1AwZDh0dDI0QzIwRCtlZGp6T3RVdEJTMGhWY2hQOTQyT09neHVvYm9WS1MvZ0VRaTMwdDd2Q0Nrb0h3RlNEVEtlMWRCZnZPZ2F3THpNamlVbkZKdU9jZGZSeWwvOGNpczl5SThwWWsxaXgxMmEzNFVZdjNvTzJ1TEFWTVZZaHd1RUlEUURWelQrY0RnUEtncVdVa2dsck9ZUWVpdFN4WWVzTVNqLy9peVV3UnIyWmRrdjQ2N1lyMy9SRWc2V1NGMkp3SmdrSGVTMHJRYWhHZVNtUGZqOEZ3cnpDdUVvbDVhaEhvS2l5ZW9ndzFxZW9YbmcrQ0pnQ3IxOHQ5YjhLdW0vYTNFUEpWQkQ0U21GT2o2OTUxcVVFZWpqdjFRb0JVemdsY0N5MXUxc1pZUi85QWtyOEZ1UjhmRGpxZWI0RHZlekpoeThjVDBpS3RpZ1BRQ2NwRndnbzM1TmorWGxWbTRXT0tjZy84Y2w4cVYrNjI4VWZoVU9rdEt6ZENiUEd6QjhmZTdGblR5L2ZkNFJoVlNLbThHaVZZV29NVXFpdGZoTURZZjNjQ0t6bWQwR2VVdHEwbHY5bDA0bE94S1E0a0lLWXhpNVBhSkl6MlNFRk1ZMzkybUphRVJKU2tLY3d2dXNxdkRqVXNmWWkxeHZ4amMzTnNRekhYdTdHMmVpQXhFNEM2ZWkzem9GOTdnMUlRUjVxdUxicm56bWlmMUE2K2owSXhjcGRPcG81Um9kN1lhQk1LL1ozaGRTcVF6M29iNjlNZUNpcGNKREN6bU8rTFowNUF5ZWt2cVNyQU83NVNGNzhrMnZhZUoydWUrN3I1UFo0RDIyNUduc2prbXJlV04zOWlSSkh5Y1o2YU1PWUZPUy9zTFFUMTdFMFZUVjliM0FmS2RPTG95SkU3ZlVxUW95TE1QMnhjSDl2eGtuQXNmZ2ZIREdMM0FXN0s3UUFBQUFBU1VWT1JLNUNZSUk9Igp9Cg=="/>
    </extobj>
    <extobj name="334E55B0-647D-440b-865C-3EC943EB4CBC-14">
      <extobjdata type="334E55B0-647D-440b-865C-3EC943EB4CBC" data="ewoJIkltZ1NldHRpbmdKc29uIiA6ICJ7XCJkcGlcIjoxMjAwLFwiZm9ybWF0XCI6XCJQTkdcIixcInRyYW5zcGFyZW50XCI6dHJ1ZSxcImF1dG9cIjpmYWxzZX0iLAoJIkxhdGV4IiA6ICJYRnNnYzE4eklGeGQiLAoJIkxhdGV4SW1nQmFzZTY0IiA6ICJpVkJPUncwS0dnb0FBQUFOU1VoRVVnQUFBSUlBQUFCa0JBTUFBQUM0TVBWUkFBQUFNRkJNVkVYLy8vOEFBQUFBQUFBQUFBQUFBQUFBQUFBQUFBQUFBQUFBQUFBQUFBQUFBQUFBQUFBQUFBQUFBQUFBQUFBQUFBQXYzYUI3QUFBQUQzUlNUbE1BUkdhWnU5M3Z6YXQyTWlJUVZJbnRJd0lOQUFBQUNYQklXWE1BQUE3RUFBQU94QUdWS3c0YkFBQUdKMGxFUVZSWUNaVllUWWdjUlJTdXFJazYyN3NiQkE5Q1lBWVVKWHJZUmFJWGtWa1VzL0dQV2RtUVZVUjZFWUkvcUxOSVBJakJHU05JL0dQMjRzOUJtQkh4SUlpN0t2NGR3Z3lpUXNnaEErb3RPS01JOFJLaXJ0dWpKcVo4NzFWWDlYdlZPejA5ZlpoKzczdmYrN3ArdWw1VmoxTCtkY1dlQTlWbzZlV1dqK2YxdjZycCtIbzZiNHJrWFdmejRiN1JrYkZjM284a3NIbG8vZ0FhRCtmS0VhUXZNTy9aRm1MSGJnSnpSVVJ6T0JkQlV2U09KWDZxOWFCam5aejNNaWowRXk2MGFDSHg4bGlYZ01DRG5GaldHOXdkYlRmOFpsK3NkV3QwV3NLWWdpWjRyYTdxdVNRKzJsb0RoWFZKbTlIbkpaRHRWYlgrVHpBbUt6NGl3aW5uTXI4VFFRMlFDeW5lY0FBNzBlWGh6d0hRZjNOa2hOMEF2cUNFcURER2RFNEEvUyt1Z0Mvb1dMMkF1WmVkM2s0S2YzTFJiSHNISkFqNk5DbU1NWnM0a0VMaEpDbXNaRCtYUjV1UThBOEhzRkZhNytSUXRsMEJ1cGc2Zk1ubHlHUUxxQ3J3SThFSkFla0xCSjNDMVZDL2x2WmRud29vb0d0ZDR2aFVxRi9oUHRyQlc4U0RuNEdyUkRFbm9NZzVtZEdScmxLNFV0eDFyNHdhaGFnbFVjOHIxQ0E5ZXZHWDNhZEo1ajRaTnRJWE9oS1ZYZ1B5YjZVQ01JbGErbTRSeHBHRWE2TWxVT0Y4QysrOW5kMUpHbm5yRWMzMk1EcENEeEdweGlsVTlhRGxjSkR6WHNFbUluUkZkKzV5UEc1OEp5WTNvRWFYR0tFZDU5TnRzY3NpMXF6SUVsWkU1cjgyQ1BkTEtkWDkzTVpDeG9UVlh1SWcxalFkZFJKb20wczJSbXJQaE5XK3lFZXVRTHgrb3FES25zU1RMSVptRWVKaTRkQkFMRE9XMXcydFoxa1F6QVkrb2M2d01nSzhJQVFoSXV3U05VK3BFRU4vTUlVbUFxSlYzeURDcnpsR1YyYnA4ZUxmUSs2bTRKemw2V0NMT20wV0RtOVhrZWhDWVlLNnltUktQRXc0VjFoTEs2akN6U3dkekNlNFFvZ3gzb3NpQW5LTEFmNzNJY0h4anhnbWFpQWZ5UjZ5WkZuREp3WS8xVEFRWHgyRTRxdU5XTjE2Y0c4aXdMdmxZaCs4aENHNlZoMm8xTFlxOERzTW9FYUo4cDRFUHdJeVhRc0pwdFRVM3Z1NzNBK1J3cGNXRDA1U1ZHdXZibktLTXRNcm5zSGpsNk8rZkdkNUdHMnpNNWQ4MlBsMGVCQ1Q1MEt4UWVzb1BSV09ob2NCNzYxME1XT3NJWUV2TEMrdWVrZ1FMNFRIb0ttWWk4SDN3a2Y2c2VsdVVGQXkyMEFWS2VvWVBpN0thS2ZMTlFZTjFKRFpSZ2JVWFRkWFVNVVR4K25RWkdWMGt6b1JQNWJVNUZKR25hMWtuYjZpT3Z0NDdGZVFtMTRpSVlETFNZcG5ZWkw5ZGpBMU43MU1hOENwZTNuT3BXK2gxZGlsOWdEYlJXTURSNmZyZzhZdnZBRXgvWm9ON2tEUEwzaXd6Qkcwbk9RZXZMdjd0enN3eEU0bmJmSlRML0Frd0x3aXhTSTl3MllmVTJZbkFkaGZobmhDOVRGUU9Sc3I2T2Ricm1FOWc4MDZ3QmpZdWJxSGdmcytEZzlkMFMwMldpUi9ZRjE3bndHNFpSM3ZmdUtxQ2liWmMxb2JIWDNZSStFV0pmWUxMLzRtSnQxandHbTBIL01JQ3Mram90aDdoS0NNYVNWQ3Qrdm82Qmt2cnRRYXhPTzNQaFVqZ0ZhZXFkUlEwRHBwVXJqbFhISmVFWjVoT2crdlRwMUh5TWFQMXpRcWFIVHUzbHhIckN6UDlFU0RzZDV5TCtFYU5XekVBaUpRamZvOEF2Wm5FSnZ6c0pUYlJnVjZEaFJWcng3aUtHVk5wUkhEbm1xOWlrN1IrNitDOXB1U29XWDhtclBiZVdSZ21YdUFob1Q0eDBPUWZpNGoxWVlnemJZVlMrM2dUSWNpSDU5R1BIVVd0Rm44M2tCbS9LbCtKZGxMKzQ3T2gyU2xYbEdlNk93WjR2YU4vd001OXVjRlI4bzAyc1NuK1FUZThacE4xNHVuTXZPUzREU2xuSFBBSjN1ZXFlcURoMjdjNVpCUmhsSEkyRk9rUVBEMi9wOGxncThpWEJuN211UmZDK1JaQ1psejlPaFh6MlN4eGV4a2pJTDNQcnVvYjV5a0ZuY0ZiSHFSdHcxbTd1M01HU0d6MDJ5eEpZam5XS2RNYmZqZHVuUWZieTRxcEVETHlLa1loV0huUVVlTERhTWcyOUFtMVdXZk9zUXZFMXVPd3d4aC9TRVpQdHdrZGxmQURjTFdCVGJjS1NKYmZ0RFFYeFkrTmx5Qlp1NndpSnNqSi85ZUVHSGZnYTE4ODNVSm1xTkxYWUxEUGRoVlZyeG9HenUyMVc3bDhhemJURzBnWlJUSXZiYVZndHBldDJwMHgwTk9lcWNSRk9uQUIrMUFURndiQmZJdUs5S0M3d1Zld1NlcXFGQ1hqOG4yZ3ByV0R5V1VIZ3JrWFpkeEdwN05ubXJGenBjb0VGa3ZCa2ZlY0ZlSmpud0l2T0FhRkVqT3BDTlRMUUZySllqc242Y3gwSGRaZkl5NzJKaGVIU014b1g2OWw1b0JQNC9tM1plUzVOZzY5aXR1VExmZmtBVCtCNzlSWmZ3WlU0MlFBQUFBQUVsRlRrU3VRbUNDIgp9Cg=="/>
    </extobj>
    <extobj name="334E55B0-647D-440b-865C-3EC943EB4CBC-15">
      <extobjdata type="334E55B0-647D-440b-865C-3EC943EB4CBC" data="ewoJIkltZ1NldHRpbmdKc29uIiA6ICJ7XCJkcGlcIjoxMjAwLFwiZm9ybWF0XCI6XCJQTkdcIixcInRyYW5zcGFyZW50XCI6dHJ1ZSxcImF1dG9cIjpmYWxzZX0iLAoJIkxhdGV4IiA6ICJYRnNnYzE4MElGeGQiLAoJIkxhdGV4SW1nQmFzZTY0IiA6ICJpVkJPUncwS0dnb0FBQUFOU1VoRVVnQUFBSVFBQUFCaUJBTUFBQUJqZDJZTEFBQUFNRkJNVkVYLy8vOEFBQUFBQUFBQUFBQUFBQUFBQUFBQUFBQUFBQUFBQUFBQUFBQUFBQUFBQUFBQUFBQUFBQUFBQUFBQUFBQXYzYUI3QUFBQUQzUlNUbE1BUkdhWnU5M3Z6YXQyTWlJUVZJbnRJd0lOQUFBQUNYQklXWE1BQUE3RUFBQU94QUdWS3c0YkFBQUUrMGxFUVZSWUNlMllUWWhjUlJDQTJ5UnJrdDNaVFJDOEJYWnZIbmZSS0VMQVdVUlljM0VXUXJLSWh5ZGkvQUZsZ3NTRUVHSFdIMlQxTWtHdmdabmd5UnljVlZHUlZXWU9zcENMeHIrYnVIUHpGRUpjOHphYU5XVlY5ZXZwcnVvM00yK0NCNUgwNFhWVmRkWDMrcWRlZDg4WW84czlCNDlWMDZWM210cGVXUCt5QmxsNXBYQ01kTHpQQWJEZTdNaTJZdHJQVExoK2N1RVlDYzhVQ3hKZVgxRGdtU2Jadm40UXhST2l0WWl5QTZQUzg4N3pVNEN0amxPSzFtVkVkTDB6OW1uUmE0V2tYVWg0S3ZRc3cyYW9GcERydXVjN0Fab0Y0cnpMRkhaQ2Rid0s4NzY5Z05SQ3hLcjBtNFZ0YVJpaVZRSCtGaTZURlcwUnpiR3lSNCtqVkVQTHJkaXh2NFhHY1Rscy9od05jQ08wREpQckdDQjhFa0tNc3FvVDZQOUhpS0JVSFcwZ21BTnk0R09NK0Qya0RwSHZ4Z2podjQ4Um95d3F6YVpBZk1lSUUwUGVIRFkzTU9MUDBFRGRBdGdmbW9iSUZmUVhLMGo1TG1kSEVpWk9QZHVSbGlvR3BNS1VvS1VyTEVMQjZaNFJCb1AreWphVndMdlNSMmgxL1lJU0kyNEtKOU9ScXRBb2JickNZaEZwVXhnSEtlMElZUWNDdHpxRHdzSzJXb3lnNmNTeTJRejkrc3U4WGwzWlRvdEtKWDFEYlR2U3pXblQ1S3NRRGJKeFNROGZjSTU5NnhKM1dpSGFHWUNySTJManlBSFJaaC8xWWpjYmU0OUhjK0lDVTRNZFZTL3U2a1ZiWWVCNU9tNTlGTUtVRmVQbDRLVmFISU9VdkRWQ2pRUmdUZ2Q2dlF4UDVDRktDVm1ESXJaQkg0N1NKS1Rma21OWFdGSDVKZ2huY1Y1N09IMGRydVdsRmpaZlZZeSt1M2NONXZvZ0p1cUtNZU5lSyt1OWNOMzBRWmp4aHlUakpSbnF0QmJjN0lzdzVzY2toTnh3UWFMRzVKNFpnRENsWDJzQnBDTmlNMlVQSUxyZlFLelBoMi8zSU9meUVMT0FBeHlNTU9Zai9nNFJ0SmlEd0pPek9SeGhKaFBiRWJXWE1uQTNud3pEZW1ITVhvc1F4MXZXbzZ0OEd4Mk9NSHk1eUR1SjhJdGVSVmdCQk4wVmNtOFg2L1kyVlFCaE5naVJreGdWK3dWcnhBZko4OTFzcEwyS3J4ZnhWMExKVFVVaDZCTk45L2VDcmNDWEhISFVzNzBGZjNFdEVlT2NCWHI5K0hpTFZ5UUJtMjRTc1U2amp1OWxaTlJjczlQZHh5U2lRczdxWW9DZFRkRDROSGM2ZUd4UWNsTVJpR3czbGhkR2RLb2hZcG04ZzRKTG5jMlpRTkN0bDByZ3lTTE4wR1ZsdE1sTlJvR3dkNnBzclh3SVQ2ZFhyV1NUbTJTQmFGTVg0bHZWWkk0Tng3eWFVUVZpbWdEeDVOTlZWaTlJbHR4Ukx6WUlFQjg4Tkw3bDdKV3VxbnRMVGkrMm5KdXJaeEhSZElxdGR3UVRKaEJ0OUFWNFRYcHpXdWd2cEowbE43a0t4RDRpdktnSjVLTFBBSmZjRVFKUDZaVXJtbUJhaU1peXlMWDFranRDNEI3WGNWNitUdUpsbmc2N0pRYUNPYlRzUXpPSkxrTEtpaWRRMEMyQk1HWDVDNEFoRmZVVENZMjd4TWNzRWJnL2RUbk9QejdEVHN4N2xhV0dPRlVrQWo4L3RVZlNqcVZYTkVodUlrcUVtVlovZHZCQk5NT3Y5bzh4K1p0SklXam5lOUo5UDhaY1NyQVRaMzJ3bFlMa0pvTkM4QlZwNjBxSGZULytEUUh4WHpCNHZiTHQ3QlFqekwwVUJrdVByeXdrTEVYSmFzTGtKb3J1aFRFL2NhUjd2SjY5S3FocTJjN3RUREhDWEtxNWVEanlpL1B6OVJTb1R6a0hZY3duQjErdHd2R1Q5eC93Z1Y1cXdiVTFVZkMvSW9CRGJQckt1dzJTR3IwK3hrSjhYdVdTL2plSWFIUWJOQ2ZkeUR5SzRRN0N6OWFkdWZoWDUyS1dzblBPSTI5RGFoQmkrVFlDZlVpZEVJdGVIMTNpNjNWMFhCWGxySzFkK09GOVBIbW92UERlOXhmWC9BbFVGSkZ3Y1BEWUxoclo4L3VQSU5MalM2Y2ZXM256a1FjZWZtdmg5TkhucXR2L0FGT3ZXdE9IYVdCdUFBQUFBRWxGVGtTdVFtQ0MiCn0K"/>
    </extobj>
    <extobj name="334E55B0-647D-440b-865C-3EC943EB4CBC-16">
      <extobjdata type="334E55B0-647D-440b-865C-3EC943EB4CBC" data="ewoJIkltZ1NldHRpbmdKc29uIiA6ICJ7XCJkcGlcIjoxMjAwLFwiZm9ybWF0XCI6XCJQTkdcIixcInRyYW5zcGFyZW50XCI6dHJ1ZSxcImF1dG9cIjpmYWxzZX0iLAoJIkxhdGV4IiA6ICJYRnNnYzE4MUlGeGQiLAoJIkxhdGV4SW1nQmFzZTY0IiA6ICJpVkJPUncwS0dnb0FBQUFOU1VoRVVnQUFBSUVBQUFCa0JBTUFBQUJUQjA1U0FBQUFNRkJNVkVYLy8vOEFBQUFBQUFBQUFBQUFBQUFBQUFBQUFBQUFBQUFBQUFBQUFBQUFBQUFBQUFBQUFBQUFBQUFBQUFBQUFBQXYzYUI3QUFBQUQzUlNUbE1BUkdhWnU5M3Z6YXQyTWlJUVZJbnRJd0lOQUFBQUNYQklXWE1BQUE3RUFBQU94QUdWS3c0YkFBQUZ3MGxFUVZSWUNaMVlXMmhjVlJROVVWTnJPbWxLUVJDcFpNUVBQL3hJTE5HdlNvS2dzVjhwRkJyRWorc0RxYUl5cFZaQkZHWlVrQ3JDNUY4aEErS0hQMjE4VTZIa0lpb1V4QWFzSUNqTktBVVJMVDVxYnVLcng3WDN1WSs5ejdremM4ZnpNWGZ2dGRkZTV6bm5uSHVOOGN2dW1VT05aUEhsam85WDlVODFiVnFPVmszUnZKdXpmRHd2eFRwV3lmdUtCVGFPelI4aTQ4RktPWXIwSWVVOTB5SHM5RzB3ajZob0JlY0tKQ1d2WjhSM3JkMk1NNmZpY3hZSzNZS0xGaDBvdkNyV1ZSQzRUeEpuN1NYcERyYmJmck92dExZek9LMWc3RVFUdkZZMzdGd1JIMnlkaE1LS3BrM1pmelRRMzJ0WSs2OWlqQy80aUFvSHpuYS9FN1Vta01zQnJ6ZEFuVmlUNFE4QTJDMkpETERiNEN0S1JBcERUT2NPMFArUUNyUkFoK29GNWw1M2VwUVZmcGVpL2UxdFNGRDBDVllZWWpacElKWENXVlk0MHI5ZUdWMUd3cDhTb0VaWnUwdEMvZTBGME5YVTBTTFhJM05USVBmeFBpSGFBRDhSdmpFUmtLNUViSEtyZEUzdG5Lb0JkR3Zya3JFenNxOUl2d2JDSTk4VXlJbW1HamtLVy90M0VTY3JWaTZ0R1B6L3Y3OCtOcldQYnJoQWpaYmJvRk5JT2lwSE8wNkI4dktTeElMaTBNc1NFbEV5U3hRZWt4UnVGUDRISFFrcU8xVFlXSkVFbWswcXlRc0tGcFJRb1NXaXhpeHpQbXZzMzZNaW1STW9xQ1ZzekdxdUFPUGdXcFltbnI3Q1ZpeUNNSytXQ3RiZXFhUGtlUXFidXp6S2lGWW9PVE8xd2xiSEV6Qm0xcE40d21kQTRlNmNzei8ydzBFM3JKMzJPRkF3cHkvZ1VPOTFQYWxGZVFYT1VIc2UxRWlCeXVmOFcvYnppYWZnbjFlWlFsbHVpdjNpU1hqN2RBV0ZIVzFQb3E2cXE2Qmd4bTdYRW84UHJXRE1sNUhVVUx0ZVBwSktOblJxNTV0Q0k1YUVLcjF3L0xkZXlqV1cvcCtDTVNmU3pVSmZTS3EzQWZXT1I2NFphdDhjU3NGYzR4VFVEakNjZ3VITGd6b09xczVGTm5Tb0VFV3R5aUhiWU5aSlFTMklmZ3B2UkllN1dlWFprNjhQVmR0QWY4ckUzN1A0Q3FNTzg3UU50ZlB6amVUdzNwV3NLanpIZVBiVnhBSGxRNnhrTHI1STE4ckdUNFhFWjlSalBXZ1VKRkRKY2h1dUk5aVZWM09KQlFiMHlZOWdCUGorbkFTREZONER1UG5qamJ0L29KeHN6WStSZ3lMSlpEZUJ0U1FJQlN5MDVEdkc4UEpoTjlLeG83c3NGVWttbS9xN0prRW90RzFTVDZFM0VVNHYwZHNvSFlLU0RKdEhVbUZRRUpjYXZqTzdmcXhTd0xzeElYTTh3RWpoZ1VMejA1d3dDUXRGRFR0NGRFUFZHQlRrY2M5TnFwUGlPdVdINXd0MXJrWHh2Q0JGM1RpbXdPQTZKbUZnaW5KaWFsQzhvMENNakFLb0RoNjlWUmpXUHFmSWNLSndrVVcvS1JMdklkT0FKa2pnVVJXRFEvZFJ2ZGtiTXhJckZzOFdkV1BVSnNjdnFoQTVKNkdRTHBnZ2xnRUw0TkQvSDQySk02eDRSdUg4RnNIVVdvWUN2ZHVoTWEwZ1NDK3ZJZXJScUozTW10VjNlcWFoZ2Y3aDc2WERuU0NGWDJHTWlyV2EwdDVIYUM2MWV6K1FhQzNORDFhSzJnK05vZjFKYlhEbEtueDVZOTZrOTYyQ3o1dDZlWlpFK1YvTmE0cTJ1WHN4cG1rNUU2RUp6MlplbnllL3c3Z1hiZHBxTnkvR1RINmJ0NTlLMzArY2dsczExMExDMnNWN2pzOUhiQVZMdExRbDdtaGNjN0Z6bkpqOVBGK2FFSUJPWVNuRnp6U3pkSHZ3MjRCTHdOZU5veDdPUjRydDV1ZzdNMDgxN01QSDl1N0pFV1hRS2xYYmc1djBjR05SV2RKcFE4SGJTMTBicGlXcmo4MTdXbjVDT0tMZml6N3BDTGxSbTFNa2g5VVYxdHVoamRmLzBPTXd0eDU2WjJZUmR5NGR5RngrT2l4V1dHL0hyYitXSXZBL3l4dGRSVkNPNjdOdU1aOTJsVC8xMEJIbWJ3S3JoUDJsS3VyajhHeTJOR0dLRlBUUWFJTDJtdmJKMXpSaWFKSHB6d1VlUWJ2TDRiYUhiY1g3WktGVFBPOXMwR01lbXZRSzRaRkwzZTNCMGNxVE9WZEtMZ1Z4ckN6cHdEb05RNnl4dnQ2eTE0MGFEY01RbmVBMzJvNnNnanZoTlV2R1F4dDFxdE4vQVUyb3ZDQ2RIRjRZdW9VdzdlLyt5QlRSY2d2SFNuYUR4RVdOUmtIY3k4cFRmQlRmcjdPUERpUFVoODNZWnd6MDIxaURkNnlBNWw3bHVnTVRBZ0lmcU1uaVhkUURhL2NGOFFvQVMzQzZ0VDlYNEpkUVJySTM4NGZXU3FMVm9GTXpUeWVMTDk0aXlQOEJuMHBKbjE3am10OEFBQUFBU1VWT1JLNUNZSUk9Igp9Cg=="/>
    </extobj>
    <extobj name="334E55B0-647D-440b-865C-3EC943EB4CBC-17">
      <extobjdata type="334E55B0-647D-440b-865C-3EC943EB4CBC" data="ewoJIkltZ1NldHRpbmdKc29uIiA6ICJ7XCJkcGlcIjoxMjAwLFwiZm9ybWF0XCI6XCJQTkdcIixcInRyYW5zcGFyZW50XCI6dHJ1ZSxcImF1dG9cIjpmYWxzZX0iLAoJIkxhdGV4IiA6ICJYRnNnYzE4MklGeGQiLAoJIkxhdGV4SW1nQmFzZTY0IiA6ICJpVkJPUncwS0dnb0FBQUFOU1VoRVVnQUFBSUlBQUFCa0JBTUFBQUM0TVBWUkFBQUFNRkJNVkVYLy8vOEFBQUFBQUFBQUFBQUFBQUFBQUFBQUFBQUFBQUFBQUFBQUFBQUFBQUFBQUFBQUFBQUFBQUFBQUFBQUFBQXYzYUI3QUFBQUQzUlNUbE1BUkdhWnU5M3Z6YXQyTWlJUVZJbnRJd0lOQUFBQUNYQklXWE1BQUE3RUFBQU94QUdWS3c0YkFBQUdZa2xFUVZSWUNhVlhUMmhjWlJCLzFtbzF1MmxEUVUvRmpYZ1FRVWlSNnNYREN5cFVRZGhBSlVWYWVNVWlSVkEyYUhNb0NydjJJRldFTFI0VVJNaUNlQkRCcklxS0I4azcyRUlwa29BVlBZakpyVVVvaVNiWk5MYm1jMzd6dmZkOU05L2J6VzcwSGQ2YitjMXZacjkvTS9OdEZJWFAva09UdGM3UnQxc2hQcWorWGQxa3o2dUR1bWplZzdrL2ZWZFRiUnRJKzVrRHJKOCtQQW5oaFlGOEZPbGIrSjFwQWZ2K1VSS25sSFVBWlJjNWRUN0tpVjhaczVIbXlvRGZtQ0lzZVM2TmFNSnJnMGk3S2NBeFNZek5xbFQ3eTgxdzJMY2IwK3J2NWhsN2FRakJxR3RtM052N1M3TVVvYTFwWSthV0JyYlhhc2I4b3hqRDFSQlI1b0p5VnppSmNwMlFyUUt2TjRCSkxFanpOd1NZR3hMcEl6ZUpyeWdKSXV4Z08wdEVYNU1SY0VCM05BdmFlejNwT3pqQ1h6TG85dktkNUtEbyt6akNEbllUQzZraXpIT0VxZTEvVjFwbnlHRlRBaGlVTVNNUzJsNnVFbDF0SFE2NVhwbnRBMFExNG5jVUp5RmtTU0c1TXZUQU5OWGlzNjFjdDEraUd6TXFzYjJKZVVmcVR2NFZ2NGJuY1FlUlVHYm9wb1NpS05XcTFVcVBNWlZmN3dxQ2pkQnBDYWk3V0dyQzk3WDNIcnFXMExUbFFuTk1zNVYyOS9Qb01oRlB0bGovUmFkdU5yZFZhL1FlZ1hRUEJYQk40Qk5WdzZwMkVLWnp0aDA0U1JWYkxCSytLb3ZhVEJhQkp2Zk1BZWtrNVRMOWpsaXJLelY1ak9kY0JCS09MRWcvTDE4ZzJ4dE9SVzNmY0ZxMFIwWXc1Z2x2OFZJNVVTNHhYRkpudmcycWVOeHlPVVlVWVFqSG5ZNktvaEluWnNDL1huRlVKOVRKNnRmWmxpQXgzMkFheGh4MG5wbUFXaXlxT2FlZVRBUk1VajJxNWlISURKa2JXVFQ2MkRHMFBCRDlvUHhKR1JkR0VvZGc5NU93dWxoSm91REF5aWVvMHlpY0NzSWhGTWVMSXRpa0VURkdDZlFQZmtDVnphOEptUEoyU0VNaWNSSG9aV25tN0cxSUpMcmFLZDdXZmtyZ21UK3E2bUVuQnJrTWxIK3Y1LzcwVGNWUHpwRytMdlJ0eEUvZmNqSE9DMXFUVUxXUXdsWVFQNjlsTVNhOGlaZmhUNi8za1lZVEcwTFV6YnVCclBUeEUyYm1xeWJHRFNqWU8rRlFGUG55SU0vTExNYXdWQ1QyUkd6cWlwWERlZEkzbEo2K21XRVJIdUpBSk5CYnZidytUazR0aFRaa2dkZzlPNmEyWlYzK0xHQWpLVlh2Z0oxejF6ZnpZUVMwdDZUN0VxSS85N0FJTXNTN0x6YU9iYnovL2tLQks0N3R6TzlEb3VkTTZtSmNaRUFzbXJVQTlXRjVVaWpNOXpJYkw5L2Zxb3pwemsvVWhPQVROaGk5OTRGRUMwdGpXYnUvZlhsL25kUjhqbHg2U0hma1RBQ240Y0E1MHJDd1ZiT1pBaXhoZDQ5Wk0yY3RxVmJ6YjZ6T2dsTXJwTkVCMjJQV3N2M2cxUnRodTcwdkZSS1hWOUlGaU1ac2hLWTVuMlBZUVR1UE9kakNnaGRGMkQ1UkJERm9zN1hMelozaUpJUXNJVjZGQkhyOHNnUGtKWk5ZRE03bVJldGlHVWdkM3U1RjJJcjlCWk5yV0NyZU1UaWJUZEZvSSs2VExiSlZZSk05R0E0UlQ3ekZFcithSU4yUW80cWlPa0VveG5QMGxUMDk4MHBrVm1BWCtYSHJDTllpUVhSRTdGbDVLZk56SHpSRldleXpDTTRPZ2M5cEM5L091ZXZLQW1XV0l0amR0aVliUVI5OWJyMVRVVVFGTGJVcytVN1VYa1pSa3lLR0c4YjVTczJjams1RCtySzhtK2dLdFJFbUZKRVBIWFlubHNja285Q2dkZk9QTVlUd1NsRURsdktDTEdXTytRYzlkVHhYK0J1RExQS0V3VHF3VVVvelZROWhRbjNTaThhM0QzVjdBSTlHYW4rcElxNnBNSEMvR1lYa256R1F3L3lOZ2EwUUNZbjZmTnV4THlXRXYrNVVLMVFJQy81L1pGZVd2MEZBb201Y1Q1bjd4VlZ3QzNmQldhQmg2MTRHYUdzcDd0dkdISDM2M09HRXBjSVJqZWFCeTd6Q3ozR0VyQVJjWWNmODlTYVBScjI0RG9VUlp1Q1FML21sT2pSK2p2eW1mSzNDdDgxd0ZqUGdJN2ZzOCtXaDZacDU4ZlFqQjNKQWZibGY5SW1nSEFvS3Q3Q3dJL0FZOGxrVVhBS0ErK2IvaXNEL1I4TVR4WHVSOTUzZ0o0dHFFNnZtangwVE9NTEFkNnN4UkJqUmtXTmdOelhXVzVzSGUwSGJlVnduTk5aYlE4MlIzUUxNS3JCR2J4OXQ0ZTBjMTFpQ0NNRzRORU5wWUs4b0pBSVU3ckJtS0cyWjZKekpEdVdtTmVpQklpOHNwV2pGaEhDMXYrVUM5aFdRR1hySW5HMEgrem82QXRmMkVhZVNNSXVZcVVUNnlHUGtNQ1U1ZFFMRXYwZHA2aTVqMERJSmVDRWIzYm5kMFhLTlFyUzk3UUtwWWNYdzFxNVNoVnpFTk9xa0h1OUs3QW1pMC9wZWlEdmdldHFUM04yQXRjd2JTYWxPeXJQZGViMVJidmZuclIzUjlBSHI3U2NzNk1pZFB3Z1lpaUdOQ05PZzRqSTVtdlduSnZIcFpLTVoxTmZ5U2pGOCtmbHZBZWpHODBFVzRPVEN6bjVic0grOE5sMDc5ZVNISHZrWC85YTVkZnl3TENrQUFBQUFTVVZPUks1Q1lJST0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Songti SC</vt:lpstr>
      <vt:lpstr>Times New Roman</vt:lpstr>
      <vt:lpstr>Calibri</vt:lpstr>
      <vt:lpstr>Helvetica Neue</vt:lpstr>
      <vt:lpstr>宋体</vt:lpstr>
      <vt:lpstr>汉仪书宋二KW</vt:lpstr>
      <vt:lpstr>Arial Unicode MS</vt:lpstr>
      <vt:lpstr>宋体-简</vt:lpstr>
      <vt:lpstr>微软雅黑</vt:lpstr>
      <vt:lpstr>汉仪旗黑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张小河</cp:lastModifiedBy>
  <cp:revision>3</cp:revision>
  <dcterms:created xsi:type="dcterms:W3CDTF">2026-06-25T09:16:52Z</dcterms:created>
  <dcterms:modified xsi:type="dcterms:W3CDTF">2026-06-25T09:16:52Z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7B13B0487132103E69E63C6ADF1153C7_43</vt:lpwstr>
  </property>
</Properties>
</file>
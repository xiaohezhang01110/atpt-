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5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75"/>
        <p:guide pos="28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85" name="组合 184"/>
          <p:cNvGrpSpPr/>
          <p:nvPr/>
        </p:nvGrpSpPr>
        <p:grpSpPr>
          <a:xfrm>
            <a:off x="69215" y="71755"/>
            <a:ext cx="8902065" cy="6150610"/>
            <a:chOff x="969" y="716"/>
            <a:chExt cx="12445" cy="8553"/>
          </a:xfrm>
        </p:grpSpPr>
        <p:sp>
          <p:nvSpPr>
            <p:cNvPr id="2" name="Oval 1"/>
            <p:cNvSpPr/>
            <p:nvPr/>
          </p:nvSpPr>
          <p:spPr>
            <a:xfrm>
              <a:off x="1302" y="1018"/>
              <a:ext cx="11687" cy="7953"/>
            </a:xfrm>
            <a:prstGeom prst="ellipse">
              <a:avLst/>
            </a:prstGeom>
            <a:noFill/>
            <a:ln w="3810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088" y="4772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871" y="2784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4009" y="1161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931" y="796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9853" y="1328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1991" y="2784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12774" y="4772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1991" y="6760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9853" y="8216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931" y="8748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009" y="8216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1871" y="6760"/>
              <a:ext cx="428" cy="4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215" y="4483"/>
              <a:ext cx="5859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800">
                  <a:solidFill>
                    <a:srgbClr val="56616F"/>
                  </a:solidFill>
                  <a:latin typeface="Songti SC" panose="02010800040101010101" charset="-122"/>
                </a:defRPr>
              </a:pPr>
              <a:r>
                <a:rPr>
                  <a:solidFill>
                    <a:schemeClr val="tx1"/>
                  </a:solidFill>
                </a:rPr>
                <a:t>12站点 · 6车辆 · 站</a:t>
              </a:r>
              <a:r>
                <a:rPr lang="zh-CN">
                  <a:solidFill>
                    <a:schemeClr val="tx1"/>
                  </a:solidFill>
                </a:rPr>
                <a:t>间</a:t>
              </a:r>
              <a:r>
                <a:rPr>
                  <a:solidFill>
                    <a:schemeClr val="tx1"/>
                  </a:solidFill>
                </a:rPr>
                <a:t>距1 km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441" y="5165"/>
              <a:ext cx="7407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800">
                  <a:solidFill>
                    <a:srgbClr val="56616F"/>
                  </a:solidFill>
                  <a:latin typeface="Songti SC" panose="02010800040101010101" charset="-122"/>
                </a:defRPr>
              </a:pPr>
              <a:r>
                <a:rPr>
                  <a:solidFill>
                    <a:schemeClr val="tx1"/>
                  </a:solidFill>
                </a:rPr>
                <a:t>运行速度20 km/h；计划车头时距360 s</a:t>
              </a:r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110" name="组合 109"/>
            <p:cNvGrpSpPr/>
            <p:nvPr/>
          </p:nvGrpSpPr>
          <p:grpSpPr>
            <a:xfrm rot="840000">
              <a:off x="7679" y="1405"/>
              <a:ext cx="1294" cy="649"/>
              <a:chOff x="6370" y="2827"/>
              <a:chExt cx="1132" cy="548"/>
            </a:xfrm>
          </p:grpSpPr>
          <p:sp>
            <p:nvSpPr>
              <p:cNvPr id="42" name="Rounded Rectangle 41"/>
              <p:cNvSpPr/>
              <p:nvPr/>
            </p:nvSpPr>
            <p:spPr>
              <a:xfrm rot="10800000">
                <a:off x="6370" y="2827"/>
                <a:ext cx="1133" cy="47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2F5E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0800000">
                <a:off x="7218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0800000">
                <a:off x="7030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0800000">
                <a:off x="6843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0800000">
                <a:off x="6656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Oval 51"/>
              <p:cNvSpPr/>
              <p:nvPr/>
            </p:nvSpPr>
            <p:spPr>
              <a:xfrm rot="1200000">
                <a:off x="7242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Oval 52"/>
              <p:cNvSpPr/>
              <p:nvPr/>
            </p:nvSpPr>
            <p:spPr>
              <a:xfrm rot="1200000">
                <a:off x="6505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Oval 53"/>
              <p:cNvSpPr/>
              <p:nvPr/>
            </p:nvSpPr>
            <p:spPr>
              <a:xfrm rot="1200000">
                <a:off x="6373" y="3156"/>
                <a:ext cx="65" cy="65"/>
              </a:xfrm>
              <a:prstGeom prst="ellipse">
                <a:avLst/>
              </a:prstGeom>
              <a:solidFill>
                <a:srgbClr val="F2C6A5"/>
              </a:solidFill>
              <a:ln>
                <a:solidFill>
                  <a:srgbClr val="F2C6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3" name="Connector 42"/>
              <p:cNvCxnSpPr/>
              <p:nvPr/>
            </p:nvCxnSpPr>
            <p:spPr>
              <a:xfrm flipH="1" flipV="1">
                <a:off x="6556" y="2924"/>
                <a:ext cx="807" cy="2"/>
              </a:xfrm>
              <a:prstGeom prst="line">
                <a:avLst/>
              </a:prstGeom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Parallelogram 48"/>
              <p:cNvSpPr/>
              <p:nvPr/>
            </p:nvSpPr>
            <p:spPr>
              <a:xfrm rot="10800000">
                <a:off x="6400" y="2904"/>
                <a:ext cx="193" cy="193"/>
              </a:xfrm>
              <a:prstGeom prst="parallelogram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4" name="Connector 43"/>
              <p:cNvCxnSpPr/>
              <p:nvPr/>
            </p:nvCxnSpPr>
            <p:spPr>
              <a:xfrm rot="1200000" flipH="1">
                <a:off x="6580" y="2902"/>
                <a:ext cx="758" cy="276"/>
              </a:xfrm>
              <a:prstGeom prst="line">
                <a:avLst/>
              </a:prstGeom>
              <a:ln w="1143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" name="组合 112"/>
            <p:cNvGrpSpPr/>
            <p:nvPr/>
          </p:nvGrpSpPr>
          <p:grpSpPr>
            <a:xfrm rot="19560000">
              <a:off x="2802" y="2430"/>
              <a:ext cx="1294" cy="649"/>
              <a:chOff x="6370" y="2827"/>
              <a:chExt cx="1132" cy="548"/>
            </a:xfrm>
          </p:grpSpPr>
          <p:sp>
            <p:nvSpPr>
              <p:cNvPr id="114" name="Rounded Rectangle 41"/>
              <p:cNvSpPr/>
              <p:nvPr/>
            </p:nvSpPr>
            <p:spPr>
              <a:xfrm rot="10800000">
                <a:off x="6370" y="2827"/>
                <a:ext cx="1133" cy="47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2F5E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Rectangle 44"/>
              <p:cNvSpPr/>
              <p:nvPr/>
            </p:nvSpPr>
            <p:spPr>
              <a:xfrm rot="10800000">
                <a:off x="7218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Rectangle 45"/>
              <p:cNvSpPr/>
              <p:nvPr/>
            </p:nvSpPr>
            <p:spPr>
              <a:xfrm rot="10800000">
                <a:off x="7030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Rectangle 46"/>
              <p:cNvSpPr/>
              <p:nvPr/>
            </p:nvSpPr>
            <p:spPr>
              <a:xfrm rot="10800000">
                <a:off x="6843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Rectangle 47"/>
              <p:cNvSpPr/>
              <p:nvPr/>
            </p:nvSpPr>
            <p:spPr>
              <a:xfrm rot="10800000">
                <a:off x="6656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Oval 51"/>
              <p:cNvSpPr/>
              <p:nvPr/>
            </p:nvSpPr>
            <p:spPr>
              <a:xfrm rot="1200000">
                <a:off x="7242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Oval 52"/>
              <p:cNvSpPr/>
              <p:nvPr/>
            </p:nvSpPr>
            <p:spPr>
              <a:xfrm rot="1200000">
                <a:off x="6505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Oval 53"/>
              <p:cNvSpPr/>
              <p:nvPr/>
            </p:nvSpPr>
            <p:spPr>
              <a:xfrm rot="1200000">
                <a:off x="6373" y="3156"/>
                <a:ext cx="65" cy="65"/>
              </a:xfrm>
              <a:prstGeom prst="ellipse">
                <a:avLst/>
              </a:prstGeom>
              <a:solidFill>
                <a:srgbClr val="F2C6A5"/>
              </a:solidFill>
              <a:ln>
                <a:solidFill>
                  <a:srgbClr val="F2C6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2" name="Connector 42"/>
              <p:cNvCxnSpPr/>
              <p:nvPr/>
            </p:nvCxnSpPr>
            <p:spPr>
              <a:xfrm flipH="1" flipV="1">
                <a:off x="6556" y="2924"/>
                <a:ext cx="807" cy="2"/>
              </a:xfrm>
              <a:prstGeom prst="line">
                <a:avLst/>
              </a:prstGeom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Parallelogram 48"/>
              <p:cNvSpPr/>
              <p:nvPr/>
            </p:nvSpPr>
            <p:spPr>
              <a:xfrm rot="10800000">
                <a:off x="6400" y="2904"/>
                <a:ext cx="193" cy="193"/>
              </a:xfrm>
              <a:prstGeom prst="parallelogram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4" name="Connector 43"/>
              <p:cNvCxnSpPr/>
              <p:nvPr/>
            </p:nvCxnSpPr>
            <p:spPr>
              <a:xfrm rot="1200000" flipH="1">
                <a:off x="6580" y="2902"/>
                <a:ext cx="758" cy="276"/>
              </a:xfrm>
              <a:prstGeom prst="line">
                <a:avLst/>
              </a:prstGeom>
              <a:ln w="1143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组合 124"/>
            <p:cNvGrpSpPr/>
            <p:nvPr/>
          </p:nvGrpSpPr>
          <p:grpSpPr>
            <a:xfrm rot="9120000">
              <a:off x="10438" y="6872"/>
              <a:ext cx="1294" cy="649"/>
              <a:chOff x="6370" y="2827"/>
              <a:chExt cx="1132" cy="548"/>
            </a:xfrm>
          </p:grpSpPr>
          <p:sp>
            <p:nvSpPr>
              <p:cNvPr id="126" name="Rounded Rectangle 41"/>
              <p:cNvSpPr/>
              <p:nvPr/>
            </p:nvSpPr>
            <p:spPr>
              <a:xfrm rot="10800000">
                <a:off x="6370" y="2827"/>
                <a:ext cx="1133" cy="47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2F5E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Rectangle 44"/>
              <p:cNvSpPr/>
              <p:nvPr/>
            </p:nvSpPr>
            <p:spPr>
              <a:xfrm rot="10800000">
                <a:off x="7218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Rectangle 45"/>
              <p:cNvSpPr/>
              <p:nvPr/>
            </p:nvSpPr>
            <p:spPr>
              <a:xfrm rot="10800000">
                <a:off x="7030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Rectangle 46"/>
              <p:cNvSpPr/>
              <p:nvPr/>
            </p:nvSpPr>
            <p:spPr>
              <a:xfrm rot="10800000">
                <a:off x="6843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Rectangle 47"/>
              <p:cNvSpPr/>
              <p:nvPr/>
            </p:nvSpPr>
            <p:spPr>
              <a:xfrm rot="10800000">
                <a:off x="6656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Oval 51"/>
              <p:cNvSpPr/>
              <p:nvPr/>
            </p:nvSpPr>
            <p:spPr>
              <a:xfrm rot="1200000">
                <a:off x="7242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Oval 52"/>
              <p:cNvSpPr/>
              <p:nvPr/>
            </p:nvSpPr>
            <p:spPr>
              <a:xfrm rot="1200000">
                <a:off x="6505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Oval 53"/>
              <p:cNvSpPr/>
              <p:nvPr/>
            </p:nvSpPr>
            <p:spPr>
              <a:xfrm rot="1200000">
                <a:off x="6373" y="3156"/>
                <a:ext cx="65" cy="65"/>
              </a:xfrm>
              <a:prstGeom prst="ellipse">
                <a:avLst/>
              </a:prstGeom>
              <a:solidFill>
                <a:srgbClr val="F2C6A5"/>
              </a:solidFill>
              <a:ln>
                <a:solidFill>
                  <a:srgbClr val="F2C6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34" name="Connector 42"/>
              <p:cNvCxnSpPr/>
              <p:nvPr/>
            </p:nvCxnSpPr>
            <p:spPr>
              <a:xfrm flipH="1" flipV="1">
                <a:off x="6556" y="2924"/>
                <a:ext cx="807" cy="2"/>
              </a:xfrm>
              <a:prstGeom prst="line">
                <a:avLst/>
              </a:prstGeom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Parallelogram 48"/>
              <p:cNvSpPr/>
              <p:nvPr/>
            </p:nvSpPr>
            <p:spPr>
              <a:xfrm rot="10800000">
                <a:off x="6400" y="2904"/>
                <a:ext cx="193" cy="193"/>
              </a:xfrm>
              <a:prstGeom prst="parallelogram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36" name="Connector 43"/>
              <p:cNvCxnSpPr/>
              <p:nvPr/>
            </p:nvCxnSpPr>
            <p:spPr>
              <a:xfrm rot="1200000" flipH="1">
                <a:off x="6580" y="2902"/>
                <a:ext cx="758" cy="276"/>
              </a:xfrm>
              <a:prstGeom prst="line">
                <a:avLst/>
              </a:prstGeom>
              <a:ln w="1143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 rot="11760000">
              <a:off x="5291" y="7939"/>
              <a:ext cx="1294" cy="649"/>
              <a:chOff x="6370" y="2827"/>
              <a:chExt cx="1132" cy="548"/>
            </a:xfrm>
          </p:grpSpPr>
          <p:sp>
            <p:nvSpPr>
              <p:cNvPr id="138" name="Rounded Rectangle 41"/>
              <p:cNvSpPr/>
              <p:nvPr/>
            </p:nvSpPr>
            <p:spPr>
              <a:xfrm rot="10800000">
                <a:off x="6370" y="2827"/>
                <a:ext cx="1133" cy="47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2F5E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Rectangle 44"/>
              <p:cNvSpPr/>
              <p:nvPr/>
            </p:nvSpPr>
            <p:spPr>
              <a:xfrm rot="10800000">
                <a:off x="7218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Rectangle 45"/>
              <p:cNvSpPr/>
              <p:nvPr/>
            </p:nvSpPr>
            <p:spPr>
              <a:xfrm rot="10800000">
                <a:off x="7030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Rectangle 46"/>
              <p:cNvSpPr/>
              <p:nvPr/>
            </p:nvSpPr>
            <p:spPr>
              <a:xfrm rot="10800000">
                <a:off x="6843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Rectangle 47"/>
              <p:cNvSpPr/>
              <p:nvPr/>
            </p:nvSpPr>
            <p:spPr>
              <a:xfrm rot="10800000">
                <a:off x="6656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Oval 51"/>
              <p:cNvSpPr/>
              <p:nvPr/>
            </p:nvSpPr>
            <p:spPr>
              <a:xfrm rot="1200000">
                <a:off x="7242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Oval 52"/>
              <p:cNvSpPr/>
              <p:nvPr/>
            </p:nvSpPr>
            <p:spPr>
              <a:xfrm rot="1200000">
                <a:off x="6505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Oval 53"/>
              <p:cNvSpPr/>
              <p:nvPr/>
            </p:nvSpPr>
            <p:spPr>
              <a:xfrm rot="1200000">
                <a:off x="6373" y="3156"/>
                <a:ext cx="65" cy="65"/>
              </a:xfrm>
              <a:prstGeom prst="ellipse">
                <a:avLst/>
              </a:prstGeom>
              <a:solidFill>
                <a:srgbClr val="F2C6A5"/>
              </a:solidFill>
              <a:ln>
                <a:solidFill>
                  <a:srgbClr val="F2C6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46" name="Connector 42"/>
              <p:cNvCxnSpPr/>
              <p:nvPr/>
            </p:nvCxnSpPr>
            <p:spPr>
              <a:xfrm flipH="1" flipV="1">
                <a:off x="6556" y="2924"/>
                <a:ext cx="807" cy="2"/>
              </a:xfrm>
              <a:prstGeom prst="line">
                <a:avLst/>
              </a:prstGeom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Parallelogram 48"/>
              <p:cNvSpPr/>
              <p:nvPr/>
            </p:nvSpPr>
            <p:spPr>
              <a:xfrm rot="10800000">
                <a:off x="6400" y="2904"/>
                <a:ext cx="193" cy="193"/>
              </a:xfrm>
              <a:prstGeom prst="parallelogram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48" name="Connector 43"/>
              <p:cNvCxnSpPr/>
              <p:nvPr/>
            </p:nvCxnSpPr>
            <p:spPr>
              <a:xfrm rot="1200000" flipH="1">
                <a:off x="6580" y="2902"/>
                <a:ext cx="758" cy="276"/>
              </a:xfrm>
              <a:prstGeom prst="line">
                <a:avLst/>
              </a:prstGeom>
              <a:ln w="1143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组合 148"/>
            <p:cNvGrpSpPr/>
            <p:nvPr/>
          </p:nvGrpSpPr>
          <p:grpSpPr>
            <a:xfrm rot="15240000">
              <a:off x="1509" y="5541"/>
              <a:ext cx="1342" cy="626"/>
              <a:chOff x="6370" y="2827"/>
              <a:chExt cx="1132" cy="548"/>
            </a:xfrm>
          </p:grpSpPr>
          <p:sp>
            <p:nvSpPr>
              <p:cNvPr id="150" name="Rounded Rectangle 41"/>
              <p:cNvSpPr/>
              <p:nvPr/>
            </p:nvSpPr>
            <p:spPr>
              <a:xfrm rot="10800000">
                <a:off x="6370" y="2827"/>
                <a:ext cx="1133" cy="47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2F5E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Rectangle 44"/>
              <p:cNvSpPr/>
              <p:nvPr/>
            </p:nvSpPr>
            <p:spPr>
              <a:xfrm rot="10800000">
                <a:off x="7218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Rectangle 45"/>
              <p:cNvSpPr/>
              <p:nvPr/>
            </p:nvSpPr>
            <p:spPr>
              <a:xfrm rot="10800000">
                <a:off x="7030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Rectangle 46"/>
              <p:cNvSpPr/>
              <p:nvPr/>
            </p:nvSpPr>
            <p:spPr>
              <a:xfrm rot="10800000">
                <a:off x="6843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Rectangle 47"/>
              <p:cNvSpPr/>
              <p:nvPr/>
            </p:nvSpPr>
            <p:spPr>
              <a:xfrm rot="10800000">
                <a:off x="6656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Oval 51"/>
              <p:cNvSpPr/>
              <p:nvPr/>
            </p:nvSpPr>
            <p:spPr>
              <a:xfrm rot="1200000">
                <a:off x="7242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Oval 52"/>
              <p:cNvSpPr/>
              <p:nvPr/>
            </p:nvSpPr>
            <p:spPr>
              <a:xfrm rot="1200000">
                <a:off x="6505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Oval 53"/>
              <p:cNvSpPr/>
              <p:nvPr/>
            </p:nvSpPr>
            <p:spPr>
              <a:xfrm rot="1200000">
                <a:off x="6373" y="3156"/>
                <a:ext cx="65" cy="65"/>
              </a:xfrm>
              <a:prstGeom prst="ellipse">
                <a:avLst/>
              </a:prstGeom>
              <a:solidFill>
                <a:srgbClr val="F2C6A5"/>
              </a:solidFill>
              <a:ln>
                <a:solidFill>
                  <a:srgbClr val="F2C6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8" name="Connector 42"/>
              <p:cNvCxnSpPr/>
              <p:nvPr/>
            </p:nvCxnSpPr>
            <p:spPr>
              <a:xfrm flipH="1" flipV="1">
                <a:off x="6556" y="2924"/>
                <a:ext cx="807" cy="2"/>
              </a:xfrm>
              <a:prstGeom prst="line">
                <a:avLst/>
              </a:prstGeom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Parallelogram 48"/>
              <p:cNvSpPr/>
              <p:nvPr/>
            </p:nvSpPr>
            <p:spPr>
              <a:xfrm rot="10800000">
                <a:off x="6400" y="2904"/>
                <a:ext cx="193" cy="193"/>
              </a:xfrm>
              <a:prstGeom prst="parallelogram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60" name="Connector 43"/>
              <p:cNvCxnSpPr/>
              <p:nvPr/>
            </p:nvCxnSpPr>
            <p:spPr>
              <a:xfrm rot="1200000" flipH="1">
                <a:off x="6580" y="2902"/>
                <a:ext cx="758" cy="276"/>
              </a:xfrm>
              <a:prstGeom prst="line">
                <a:avLst/>
              </a:prstGeom>
              <a:ln w="1143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组合 160"/>
            <p:cNvGrpSpPr/>
            <p:nvPr/>
          </p:nvGrpSpPr>
          <p:grpSpPr>
            <a:xfrm rot="3600000">
              <a:off x="11411" y="3753"/>
              <a:ext cx="1342" cy="626"/>
              <a:chOff x="6370" y="2827"/>
              <a:chExt cx="1132" cy="548"/>
            </a:xfrm>
          </p:grpSpPr>
          <p:sp>
            <p:nvSpPr>
              <p:cNvPr id="162" name="Rounded Rectangle 41"/>
              <p:cNvSpPr/>
              <p:nvPr/>
            </p:nvSpPr>
            <p:spPr>
              <a:xfrm rot="10800000">
                <a:off x="6370" y="2827"/>
                <a:ext cx="1133" cy="47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2F5E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Rectangle 44"/>
              <p:cNvSpPr/>
              <p:nvPr/>
            </p:nvSpPr>
            <p:spPr>
              <a:xfrm rot="10800000">
                <a:off x="7218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Rectangle 45"/>
              <p:cNvSpPr/>
              <p:nvPr/>
            </p:nvSpPr>
            <p:spPr>
              <a:xfrm rot="10800000">
                <a:off x="7030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Rectangle 46"/>
              <p:cNvSpPr/>
              <p:nvPr/>
            </p:nvSpPr>
            <p:spPr>
              <a:xfrm rot="10800000">
                <a:off x="6843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Rectangle 47"/>
              <p:cNvSpPr/>
              <p:nvPr/>
            </p:nvSpPr>
            <p:spPr>
              <a:xfrm rot="10800000">
                <a:off x="6656" y="2927"/>
                <a:ext cx="137" cy="108"/>
              </a:xfrm>
              <a:prstGeom prst="rect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Oval 51"/>
              <p:cNvSpPr/>
              <p:nvPr/>
            </p:nvSpPr>
            <p:spPr>
              <a:xfrm rot="1200000">
                <a:off x="7242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Oval 52"/>
              <p:cNvSpPr/>
              <p:nvPr/>
            </p:nvSpPr>
            <p:spPr>
              <a:xfrm rot="1200000">
                <a:off x="6505" y="3225"/>
                <a:ext cx="151" cy="151"/>
              </a:xfrm>
              <a:prstGeom prst="ellipse">
                <a:avLst/>
              </a:prstGeom>
              <a:solidFill>
                <a:srgbClr val="56616F"/>
              </a:solidFill>
              <a:ln w="317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Oval 53"/>
              <p:cNvSpPr/>
              <p:nvPr/>
            </p:nvSpPr>
            <p:spPr>
              <a:xfrm rot="1200000">
                <a:off x="6373" y="3156"/>
                <a:ext cx="65" cy="65"/>
              </a:xfrm>
              <a:prstGeom prst="ellipse">
                <a:avLst/>
              </a:prstGeom>
              <a:solidFill>
                <a:srgbClr val="F2C6A5"/>
              </a:solidFill>
              <a:ln>
                <a:solidFill>
                  <a:srgbClr val="F2C6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0" name="Connector 42"/>
              <p:cNvCxnSpPr/>
              <p:nvPr/>
            </p:nvCxnSpPr>
            <p:spPr>
              <a:xfrm flipH="1" flipV="1">
                <a:off x="6556" y="2924"/>
                <a:ext cx="807" cy="2"/>
              </a:xfrm>
              <a:prstGeom prst="line">
                <a:avLst/>
              </a:prstGeom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Parallelogram 48"/>
              <p:cNvSpPr/>
              <p:nvPr/>
            </p:nvSpPr>
            <p:spPr>
              <a:xfrm rot="10800000">
                <a:off x="6400" y="2904"/>
                <a:ext cx="193" cy="193"/>
              </a:xfrm>
              <a:prstGeom prst="parallelogram">
                <a:avLst/>
              </a:prstGeom>
              <a:solidFill>
                <a:srgbClr val="DDE8F2"/>
              </a:solidFill>
              <a:ln w="6985">
                <a:solidFill>
                  <a:srgbClr val="7FA7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2" name="Connector 43"/>
              <p:cNvCxnSpPr/>
              <p:nvPr/>
            </p:nvCxnSpPr>
            <p:spPr>
              <a:xfrm rot="1200000" flipH="1">
                <a:off x="6580" y="2902"/>
                <a:ext cx="758" cy="276"/>
              </a:xfrm>
              <a:prstGeom prst="line">
                <a:avLst/>
              </a:prstGeom>
              <a:ln w="11430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4" name="Oval 8"/>
            <p:cNvSpPr/>
            <p:nvPr/>
          </p:nvSpPr>
          <p:spPr>
            <a:xfrm>
              <a:off x="11923" y="6681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Oval 8"/>
            <p:cNvSpPr/>
            <p:nvPr/>
          </p:nvSpPr>
          <p:spPr>
            <a:xfrm>
              <a:off x="12689" y="4675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Oval 8"/>
            <p:cNvSpPr/>
            <p:nvPr/>
          </p:nvSpPr>
          <p:spPr>
            <a:xfrm>
              <a:off x="9679" y="8136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Oval 8"/>
            <p:cNvSpPr/>
            <p:nvPr/>
          </p:nvSpPr>
          <p:spPr>
            <a:xfrm>
              <a:off x="6783" y="8657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Oval 8"/>
            <p:cNvSpPr/>
            <p:nvPr/>
          </p:nvSpPr>
          <p:spPr>
            <a:xfrm>
              <a:off x="3837" y="8136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Oval 8"/>
            <p:cNvSpPr/>
            <p:nvPr/>
          </p:nvSpPr>
          <p:spPr>
            <a:xfrm>
              <a:off x="1764" y="6681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Oval 8"/>
            <p:cNvSpPr/>
            <p:nvPr/>
          </p:nvSpPr>
          <p:spPr>
            <a:xfrm>
              <a:off x="969" y="4675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Oval 8"/>
            <p:cNvSpPr/>
            <p:nvPr/>
          </p:nvSpPr>
          <p:spPr>
            <a:xfrm>
              <a:off x="1694" y="2697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Oval 8"/>
            <p:cNvSpPr/>
            <p:nvPr/>
          </p:nvSpPr>
          <p:spPr>
            <a:xfrm>
              <a:off x="11827" y="2697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Oval 8"/>
            <p:cNvSpPr/>
            <p:nvPr/>
          </p:nvSpPr>
          <p:spPr>
            <a:xfrm>
              <a:off x="9679" y="1240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Oval 8"/>
            <p:cNvSpPr/>
            <p:nvPr/>
          </p:nvSpPr>
          <p:spPr>
            <a:xfrm>
              <a:off x="6783" y="716"/>
              <a:ext cx="725" cy="6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5E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783" y="822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S4</a:t>
              </a:r>
              <a:endParaRPr sz="18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94" y="1318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S5</a:t>
              </a:r>
              <a:endParaRPr sz="18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820" y="2769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S6</a:t>
              </a:r>
              <a:endParaRPr sz="18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689" y="4762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S7</a:t>
              </a:r>
              <a:endParaRPr sz="18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927" y="6768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S8</a:t>
              </a:r>
              <a:endParaRPr sz="18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76" y="8221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S9</a:t>
              </a:r>
              <a:endParaRPr sz="18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83" y="8739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S10</a:t>
              </a:r>
              <a:endParaRPr sz="18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837" y="8220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S11</a:t>
              </a:r>
              <a:endParaRPr sz="18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756" y="6776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S12</a:t>
              </a:r>
              <a:endParaRPr sz="18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3" y="4737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S1</a:t>
              </a:r>
              <a:endParaRPr sz="18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0" y="2798"/>
              <a:ext cx="725" cy="366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600"/>
                <a:t>S2</a:t>
              </a:r>
              <a:endParaRPr sz="16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44" y="1230"/>
              <a:ext cx="725" cy="41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500">
                  <a:solidFill>
                    <a:srgbClr val="1F2933"/>
                  </a:solidFill>
                  <a:latin typeface="Times New Roman" panose="02020503050405090304"/>
                </a:defRPr>
              </a:pPr>
              <a:r>
                <a:rPr sz="1800"/>
                <a:t>S3</a:t>
              </a:r>
              <a:endParaRPr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WPS 演示</Application>
  <PresentationFormat>On-screen Show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Times New Roman</vt:lpstr>
      <vt:lpstr>Songti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张小河</cp:lastModifiedBy>
  <cp:revision>2</cp:revision>
  <dcterms:created xsi:type="dcterms:W3CDTF">2026-06-25T13:33:08Z</dcterms:created>
  <dcterms:modified xsi:type="dcterms:W3CDTF">2026-06-25T13:33:08Z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68A7343CAD313FB4142E3D6AD02EADB0_43</vt:lpwstr>
  </property>
</Properties>
</file>